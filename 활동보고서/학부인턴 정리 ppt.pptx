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7" r:id="rId4"/>
    <p:sldId id="259" r:id="rId5"/>
    <p:sldId id="268" r:id="rId6"/>
    <p:sldId id="260" r:id="rId7"/>
    <p:sldId id="266" r:id="rId8"/>
    <p:sldId id="261" r:id="rId9"/>
    <p:sldId id="262" r:id="rId10"/>
    <p:sldId id="264" r:id="rId11"/>
    <p:sldId id="265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CACACA"/>
    <a:srgbClr val="BF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연범 김" userId="2c14ad1178993272" providerId="LiveId" clId="{B84A20E1-8987-412A-99FA-35EB7A6DDEA8}"/>
    <pc:docChg chg="undo custSel addSld delSld modSld">
      <pc:chgData name="연범 김" userId="2c14ad1178993272" providerId="LiveId" clId="{B84A20E1-8987-412A-99FA-35EB7A6DDEA8}" dt="2026-01-06T05:51:03.712" v="2699" actId="14100"/>
      <pc:docMkLst>
        <pc:docMk/>
      </pc:docMkLst>
      <pc:sldChg chg="addSp modSp mod">
        <pc:chgData name="연범 김" userId="2c14ad1178993272" providerId="LiveId" clId="{B84A20E1-8987-412A-99FA-35EB7A6DDEA8}" dt="2026-01-06T05:31:50.170" v="2241" actId="1076"/>
        <pc:sldMkLst>
          <pc:docMk/>
          <pc:sldMk cId="2571506263" sldId="257"/>
        </pc:sldMkLst>
        <pc:spChg chg="add mod">
          <ac:chgData name="연범 김" userId="2c14ad1178993272" providerId="LiveId" clId="{B84A20E1-8987-412A-99FA-35EB7A6DDEA8}" dt="2026-01-06T05:31:50.170" v="2241" actId="1076"/>
          <ac:spMkLst>
            <pc:docMk/>
            <pc:sldMk cId="2571506263" sldId="257"/>
            <ac:spMk id="5" creationId="{2C038889-AA9E-478F-815D-9D8514F4A70B}"/>
          </ac:spMkLst>
        </pc:spChg>
        <pc:spChg chg="mod">
          <ac:chgData name="연범 김" userId="2c14ad1178993272" providerId="LiveId" clId="{B84A20E1-8987-412A-99FA-35EB7A6DDEA8}" dt="2026-01-06T05:27:48.796" v="2032" actId="207"/>
          <ac:spMkLst>
            <pc:docMk/>
            <pc:sldMk cId="2571506263" sldId="257"/>
            <ac:spMk id="10" creationId="{EEECFACB-BCA5-4F7F-A1DE-F2A2066AF520}"/>
          </ac:spMkLst>
        </pc:spChg>
        <pc:spChg chg="mod">
          <ac:chgData name="연범 김" userId="2c14ad1178993272" providerId="LiveId" clId="{B84A20E1-8987-412A-99FA-35EB7A6DDEA8}" dt="2026-01-06T05:27:54.313" v="2034" actId="207"/>
          <ac:spMkLst>
            <pc:docMk/>
            <pc:sldMk cId="2571506263" sldId="257"/>
            <ac:spMk id="11" creationId="{D90FA369-0C41-4D06-A8E0-596F73C056A2}"/>
          </ac:spMkLst>
        </pc:spChg>
        <pc:spChg chg="mod">
          <ac:chgData name="연범 김" userId="2c14ad1178993272" providerId="LiveId" clId="{B84A20E1-8987-412A-99FA-35EB7A6DDEA8}" dt="2026-01-06T05:27:57.133" v="2035" actId="207"/>
          <ac:spMkLst>
            <pc:docMk/>
            <pc:sldMk cId="2571506263" sldId="257"/>
            <ac:spMk id="12" creationId="{6082375B-E871-436D-ABD2-298F42F72086}"/>
          </ac:spMkLst>
        </pc:spChg>
        <pc:spChg chg="mod">
          <ac:chgData name="연범 김" userId="2c14ad1178993272" providerId="LiveId" clId="{B84A20E1-8987-412A-99FA-35EB7A6DDEA8}" dt="2026-01-06T05:27:01.235" v="2024" actId="207"/>
          <ac:spMkLst>
            <pc:docMk/>
            <pc:sldMk cId="2571506263" sldId="257"/>
            <ac:spMk id="13" creationId="{8E4E1FA8-CD42-42E4-A4A9-8212BE69A91D}"/>
          </ac:spMkLst>
        </pc:spChg>
        <pc:spChg chg="mod">
          <ac:chgData name="연범 김" userId="2c14ad1178993272" providerId="LiveId" clId="{B84A20E1-8987-412A-99FA-35EB7A6DDEA8}" dt="2026-01-06T05:27:01.235" v="2024" actId="207"/>
          <ac:spMkLst>
            <pc:docMk/>
            <pc:sldMk cId="2571506263" sldId="257"/>
            <ac:spMk id="16" creationId="{4944B655-9625-45C9-884B-DDFE9C865AF9}"/>
          </ac:spMkLst>
        </pc:spChg>
        <pc:spChg chg="mod">
          <ac:chgData name="연범 김" userId="2c14ad1178993272" providerId="LiveId" clId="{B84A20E1-8987-412A-99FA-35EB7A6DDEA8}" dt="2026-01-06T05:27:01.235" v="2024" actId="207"/>
          <ac:spMkLst>
            <pc:docMk/>
            <pc:sldMk cId="2571506263" sldId="257"/>
            <ac:spMk id="17" creationId="{63D8A695-07C0-4607-9EF3-6644F2A3C414}"/>
          </ac:spMkLst>
        </pc:spChg>
        <pc:spChg chg="mod">
          <ac:chgData name="연범 김" userId="2c14ad1178993272" providerId="LiveId" clId="{B84A20E1-8987-412A-99FA-35EB7A6DDEA8}" dt="2026-01-06T05:27:01.235" v="2024" actId="207"/>
          <ac:spMkLst>
            <pc:docMk/>
            <pc:sldMk cId="2571506263" sldId="257"/>
            <ac:spMk id="18" creationId="{32B9CBC1-E205-44C5-9BB3-E17DF14600F2}"/>
          </ac:spMkLst>
        </pc:spChg>
        <pc:spChg chg="mod">
          <ac:chgData name="연범 김" userId="2c14ad1178993272" providerId="LiveId" clId="{B84A20E1-8987-412A-99FA-35EB7A6DDEA8}" dt="2026-01-06T05:27:52.147" v="2033" actId="207"/>
          <ac:spMkLst>
            <pc:docMk/>
            <pc:sldMk cId="2571506263" sldId="257"/>
            <ac:spMk id="19" creationId="{1628310F-EFCE-44A8-AEDA-0CB80D9B14BF}"/>
          </ac:spMkLst>
        </pc:spChg>
        <pc:cxnChg chg="mod">
          <ac:chgData name="연범 김" userId="2c14ad1178993272" providerId="LiveId" clId="{B84A20E1-8987-412A-99FA-35EB7A6DDEA8}" dt="2026-01-06T05:27:40.043" v="2030" actId="13822"/>
          <ac:cxnSpMkLst>
            <pc:docMk/>
            <pc:sldMk cId="2571506263" sldId="257"/>
            <ac:cxnSpMk id="15" creationId="{52D1712E-19ED-4D29-91AB-3B8339B4CA11}"/>
          </ac:cxnSpMkLst>
        </pc:cxnChg>
        <pc:cxnChg chg="mod">
          <ac:chgData name="연범 김" userId="2c14ad1178993272" providerId="LiveId" clId="{B84A20E1-8987-412A-99FA-35EB7A6DDEA8}" dt="2026-01-06T05:27:40.043" v="2030" actId="13822"/>
          <ac:cxnSpMkLst>
            <pc:docMk/>
            <pc:sldMk cId="2571506263" sldId="257"/>
            <ac:cxnSpMk id="20" creationId="{65DDC8DF-F634-49FC-8256-AB1B1E448AAF}"/>
          </ac:cxnSpMkLst>
        </pc:cxnChg>
        <pc:cxnChg chg="mod">
          <ac:chgData name="연범 김" userId="2c14ad1178993272" providerId="LiveId" clId="{B84A20E1-8987-412A-99FA-35EB7A6DDEA8}" dt="2026-01-06T05:27:42.310" v="2031" actId="14100"/>
          <ac:cxnSpMkLst>
            <pc:docMk/>
            <pc:sldMk cId="2571506263" sldId="257"/>
            <ac:cxnSpMk id="22" creationId="{7D58ED82-3E20-4777-88BD-8F16536B3DB6}"/>
          </ac:cxnSpMkLst>
        </pc:cxnChg>
      </pc:sldChg>
      <pc:sldChg chg="addSp delSp modSp mod">
        <pc:chgData name="연범 김" userId="2c14ad1178993272" providerId="LiveId" clId="{B84A20E1-8987-412A-99FA-35EB7A6DDEA8}" dt="2026-01-06T05:51:03.712" v="2699" actId="14100"/>
        <pc:sldMkLst>
          <pc:docMk/>
          <pc:sldMk cId="3724979934" sldId="259"/>
        </pc:sldMkLst>
        <pc:spChg chg="mod">
          <ac:chgData name="연범 김" userId="2c14ad1178993272" providerId="LiveId" clId="{B84A20E1-8987-412A-99FA-35EB7A6DDEA8}" dt="2026-01-06T05:50:40.530" v="2692" actId="207"/>
          <ac:spMkLst>
            <pc:docMk/>
            <pc:sldMk cId="3724979934" sldId="259"/>
            <ac:spMk id="3" creationId="{94DB7898-B5A8-4559-B036-D7BCA660AC42}"/>
          </ac:spMkLst>
        </pc:spChg>
        <pc:spChg chg="mod">
          <ac:chgData name="연범 김" userId="2c14ad1178993272" providerId="LiveId" clId="{B84A20E1-8987-412A-99FA-35EB7A6DDEA8}" dt="2026-01-06T05:50:58.124" v="2697" actId="1076"/>
          <ac:spMkLst>
            <pc:docMk/>
            <pc:sldMk cId="3724979934" sldId="259"/>
            <ac:spMk id="6" creationId="{823EDD49-6BF6-466F-8C33-2D458939F417}"/>
          </ac:spMkLst>
        </pc:spChg>
        <pc:spChg chg="del">
          <ac:chgData name="연범 김" userId="2c14ad1178993272" providerId="LiveId" clId="{B84A20E1-8987-412A-99FA-35EB7A6DDEA8}" dt="2026-01-06T05:50:47.280" v="2693" actId="478"/>
          <ac:spMkLst>
            <pc:docMk/>
            <pc:sldMk cId="3724979934" sldId="259"/>
            <ac:spMk id="9" creationId="{BA8A3DD4-76EB-451F-8BB2-7C130C31169A}"/>
          </ac:spMkLst>
        </pc:spChg>
        <pc:picChg chg="add del">
          <ac:chgData name="연범 김" userId="2c14ad1178993272" providerId="LiveId" clId="{B84A20E1-8987-412A-99FA-35EB7A6DDEA8}" dt="2026-01-06T05:49:15.130" v="2680" actId="22"/>
          <ac:picMkLst>
            <pc:docMk/>
            <pc:sldMk cId="3724979934" sldId="259"/>
            <ac:picMk id="5" creationId="{CF0521D8-8220-4A21-A234-A1CD8CCA0064}"/>
          </ac:picMkLst>
        </pc:picChg>
        <pc:picChg chg="mod">
          <ac:chgData name="연범 김" userId="2c14ad1178993272" providerId="LiveId" clId="{B84A20E1-8987-412A-99FA-35EB7A6DDEA8}" dt="2026-01-06T05:50:54.749" v="2696" actId="1076"/>
          <ac:picMkLst>
            <pc:docMk/>
            <pc:sldMk cId="3724979934" sldId="259"/>
            <ac:picMk id="10" creationId="{5BFD2297-8806-4BF6-AEBA-15A4B16D7B6B}"/>
          </ac:picMkLst>
        </pc:picChg>
        <pc:cxnChg chg="mod">
          <ac:chgData name="연범 김" userId="2c14ad1178993272" providerId="LiveId" clId="{B84A20E1-8987-412A-99FA-35EB7A6DDEA8}" dt="2026-01-06T05:51:03.712" v="2699" actId="14100"/>
          <ac:cxnSpMkLst>
            <pc:docMk/>
            <pc:sldMk cId="3724979934" sldId="259"/>
            <ac:cxnSpMk id="17" creationId="{EEFC5235-ED19-4BAC-9D81-3597B70942C9}"/>
          </ac:cxnSpMkLst>
        </pc:cxnChg>
      </pc:sldChg>
      <pc:sldChg chg="modSp mod">
        <pc:chgData name="연범 김" userId="2c14ad1178993272" providerId="LiveId" clId="{B84A20E1-8987-412A-99FA-35EB7A6DDEA8}" dt="2026-01-06T05:45:29.303" v="2662" actId="1076"/>
        <pc:sldMkLst>
          <pc:docMk/>
          <pc:sldMk cId="2832145283" sldId="262"/>
        </pc:sldMkLst>
        <pc:spChg chg="mod">
          <ac:chgData name="연범 김" userId="2c14ad1178993272" providerId="LiveId" clId="{B84A20E1-8987-412A-99FA-35EB7A6DDEA8}" dt="2026-01-06T05:45:22.469" v="2660" actId="20577"/>
          <ac:spMkLst>
            <pc:docMk/>
            <pc:sldMk cId="2832145283" sldId="262"/>
            <ac:spMk id="2" creationId="{E9E38CC2-FB6F-4B2A-A238-86C5C30E8B0A}"/>
          </ac:spMkLst>
        </pc:spChg>
        <pc:spChg chg="mod">
          <ac:chgData name="연범 김" userId="2c14ad1178993272" providerId="LiveId" clId="{B84A20E1-8987-412A-99FA-35EB7A6DDEA8}" dt="2026-01-06T05:45:08.303" v="2643" actId="207"/>
          <ac:spMkLst>
            <pc:docMk/>
            <pc:sldMk cId="2832145283" sldId="262"/>
            <ac:spMk id="3" creationId="{94DB7898-B5A8-4559-B036-D7BCA660AC42}"/>
          </ac:spMkLst>
        </pc:spChg>
        <pc:picChg chg="mod">
          <ac:chgData name="연범 김" userId="2c14ad1178993272" providerId="LiveId" clId="{B84A20E1-8987-412A-99FA-35EB7A6DDEA8}" dt="2026-01-06T05:45:29.303" v="2662" actId="1076"/>
          <ac:picMkLst>
            <pc:docMk/>
            <pc:sldMk cId="2832145283" sldId="262"/>
            <ac:picMk id="6" creationId="{0529793B-E28F-4775-8339-81E90A0B9BD3}"/>
          </ac:picMkLst>
        </pc:picChg>
      </pc:sldChg>
      <pc:sldChg chg="del">
        <pc:chgData name="연범 김" userId="2c14ad1178993272" providerId="LiveId" clId="{B84A20E1-8987-412A-99FA-35EB7A6DDEA8}" dt="2026-01-06T05:46:28.779" v="2663" actId="47"/>
        <pc:sldMkLst>
          <pc:docMk/>
          <pc:sldMk cId="3248809084" sldId="263"/>
        </pc:sldMkLst>
      </pc:sldChg>
      <pc:sldChg chg="addSp modSp mod">
        <pc:chgData name="연범 김" userId="2c14ad1178993272" providerId="LiveId" clId="{B84A20E1-8987-412A-99FA-35EB7A6DDEA8}" dt="2026-01-06T05:24:03.491" v="1099" actId="5793"/>
        <pc:sldMkLst>
          <pc:docMk/>
          <pc:sldMk cId="3388418856" sldId="265"/>
        </pc:sldMkLst>
        <pc:spChg chg="mod">
          <ac:chgData name="연범 김" userId="2c14ad1178993272" providerId="LiveId" clId="{B84A20E1-8987-412A-99FA-35EB7A6DDEA8}" dt="2026-01-06T05:24:03.491" v="1099" actId="5793"/>
          <ac:spMkLst>
            <pc:docMk/>
            <pc:sldMk cId="3388418856" sldId="265"/>
            <ac:spMk id="2" creationId="{E9E38CC2-FB6F-4B2A-A238-86C5C30E8B0A}"/>
          </ac:spMkLst>
        </pc:spChg>
        <pc:spChg chg="add mod">
          <ac:chgData name="연범 김" userId="2c14ad1178993272" providerId="LiveId" clId="{B84A20E1-8987-412A-99FA-35EB7A6DDEA8}" dt="2026-01-06T05:19:03.123" v="942" actId="20577"/>
          <ac:spMkLst>
            <pc:docMk/>
            <pc:sldMk cId="3388418856" sldId="265"/>
            <ac:spMk id="3" creationId="{28F31313-89F6-4D0F-81FF-71698D84DCB8}"/>
          </ac:spMkLst>
        </pc:spChg>
      </pc:sldChg>
      <pc:sldChg chg="modSp mod">
        <pc:chgData name="연범 김" userId="2c14ad1178993272" providerId="LiveId" clId="{B84A20E1-8987-412A-99FA-35EB7A6DDEA8}" dt="2026-01-06T05:48:55.703" v="2676"/>
        <pc:sldMkLst>
          <pc:docMk/>
          <pc:sldMk cId="3053835272" sldId="267"/>
        </pc:sldMkLst>
        <pc:spChg chg="mod">
          <ac:chgData name="연범 김" userId="2c14ad1178993272" providerId="LiveId" clId="{B84A20E1-8987-412A-99FA-35EB7A6DDEA8}" dt="2026-01-06T05:48:55.703" v="2676"/>
          <ac:spMkLst>
            <pc:docMk/>
            <pc:sldMk cId="3053835272" sldId="267"/>
            <ac:spMk id="3" creationId="{94DB7898-B5A8-4559-B036-D7BCA660AC42}"/>
          </ac:spMkLst>
        </pc:spChg>
        <pc:cxnChg chg="mod">
          <ac:chgData name="연범 김" userId="2c14ad1178993272" providerId="LiveId" clId="{B84A20E1-8987-412A-99FA-35EB7A6DDEA8}" dt="2026-01-06T05:48:37.798" v="2664" actId="13822"/>
          <ac:cxnSpMkLst>
            <pc:docMk/>
            <pc:sldMk cId="3053835272" sldId="267"/>
            <ac:cxnSpMk id="17" creationId="{B3B61C45-26E1-412B-8D6E-3F50FD09157C}"/>
          </ac:cxnSpMkLst>
        </pc:cxnChg>
      </pc:sldChg>
      <pc:sldChg chg="modSp mod">
        <pc:chgData name="연범 김" userId="2c14ad1178993272" providerId="LiveId" clId="{B84A20E1-8987-412A-99FA-35EB7A6DDEA8}" dt="2026-01-06T05:37:47.306" v="2247" actId="207"/>
        <pc:sldMkLst>
          <pc:docMk/>
          <pc:sldMk cId="3345849100" sldId="268"/>
        </pc:sldMkLst>
        <pc:spChg chg="mod">
          <ac:chgData name="연범 김" userId="2c14ad1178993272" providerId="LiveId" clId="{B84A20E1-8987-412A-99FA-35EB7A6DDEA8}" dt="2026-01-06T05:37:47.306" v="2247" actId="207"/>
          <ac:spMkLst>
            <pc:docMk/>
            <pc:sldMk cId="3345849100" sldId="268"/>
            <ac:spMk id="3" creationId="{94DB7898-B5A8-4559-B036-D7BCA660AC42}"/>
          </ac:spMkLst>
        </pc:spChg>
      </pc:sldChg>
      <pc:sldChg chg="addSp delSp modSp add mod">
        <pc:chgData name="연범 김" userId="2c14ad1178993272" providerId="LiveId" clId="{B84A20E1-8987-412A-99FA-35EB7A6DDEA8}" dt="2026-01-06T05:24:05.399" v="1101" actId="5793"/>
        <pc:sldMkLst>
          <pc:docMk/>
          <pc:sldMk cId="1774956584" sldId="269"/>
        </pc:sldMkLst>
        <pc:spChg chg="mod">
          <ac:chgData name="연범 김" userId="2c14ad1178993272" providerId="LiveId" clId="{B84A20E1-8987-412A-99FA-35EB7A6DDEA8}" dt="2026-01-06T05:24:05.399" v="1101" actId="5793"/>
          <ac:spMkLst>
            <pc:docMk/>
            <pc:sldMk cId="1774956584" sldId="269"/>
            <ac:spMk id="2" creationId="{E9E38CC2-FB6F-4B2A-A238-86C5C30E8B0A}"/>
          </ac:spMkLst>
        </pc:spChg>
        <pc:spChg chg="del">
          <ac:chgData name="연범 김" userId="2c14ad1178993272" providerId="LiveId" clId="{B84A20E1-8987-412A-99FA-35EB7A6DDEA8}" dt="2026-01-06T05:19:32.061" v="944" actId="478"/>
          <ac:spMkLst>
            <pc:docMk/>
            <pc:sldMk cId="1774956584" sldId="269"/>
            <ac:spMk id="3" creationId="{28F31313-89F6-4D0F-81FF-71698D84DCB8}"/>
          </ac:spMkLst>
        </pc:spChg>
        <pc:spChg chg="add del mod">
          <ac:chgData name="연범 김" userId="2c14ad1178993272" providerId="LiveId" clId="{B84A20E1-8987-412A-99FA-35EB7A6DDEA8}" dt="2026-01-06T05:19:58.395" v="953" actId="3680"/>
          <ac:spMkLst>
            <pc:docMk/>
            <pc:sldMk cId="1774956584" sldId="269"/>
            <ac:spMk id="5" creationId="{8AE34C62-F9D7-4137-A5A2-2EC9AE21DB89}"/>
          </ac:spMkLst>
        </pc:spChg>
        <pc:graphicFrameChg chg="add del mod ord modGraphic">
          <ac:chgData name="연범 김" userId="2c14ad1178993272" providerId="LiveId" clId="{B84A20E1-8987-412A-99FA-35EB7A6DDEA8}" dt="2026-01-06T05:19:54.491" v="952" actId="3680"/>
          <ac:graphicFrameMkLst>
            <pc:docMk/>
            <pc:sldMk cId="1774956584" sldId="269"/>
            <ac:graphicFrameMk id="6" creationId="{B4F8B3AD-57D0-467A-855E-421BEC05E9F0}"/>
          </ac:graphicFrameMkLst>
        </pc:graphicFrameChg>
        <pc:graphicFrameChg chg="add mod ord modGraphic">
          <ac:chgData name="연범 김" userId="2c14ad1178993272" providerId="LiveId" clId="{B84A20E1-8987-412A-99FA-35EB7A6DDEA8}" dt="2026-01-06T05:21:44.349" v="1064" actId="2711"/>
          <ac:graphicFrameMkLst>
            <pc:docMk/>
            <pc:sldMk cId="1774956584" sldId="269"/>
            <ac:graphicFrameMk id="7" creationId="{AE0C3643-6B7A-4873-8D65-9BABAA13AB4D}"/>
          </ac:graphicFrameMkLst>
        </pc:graphicFrameChg>
        <pc:graphicFrameChg chg="add mod">
          <ac:chgData name="연범 김" userId="2c14ad1178993272" providerId="LiveId" clId="{B84A20E1-8987-412A-99FA-35EB7A6DDEA8}" dt="2026-01-06T05:23:39.019" v="1077"/>
          <ac:graphicFrameMkLst>
            <pc:docMk/>
            <pc:sldMk cId="1774956584" sldId="269"/>
            <ac:graphicFrameMk id="10" creationId="{DC1D156F-C270-4294-A930-F5C4F3293F0E}"/>
          </ac:graphicFrameMkLst>
        </pc:graphicFrameChg>
      </pc:sldChg>
      <pc:sldChg chg="modSp add del mod">
        <pc:chgData name="연범 김" userId="2c14ad1178993272" providerId="LiveId" clId="{B84A20E1-8987-412A-99FA-35EB7A6DDEA8}" dt="2026-01-06T05:26:40.485" v="2022" actId="47"/>
        <pc:sldMkLst>
          <pc:docMk/>
          <pc:sldMk cId="3049871729" sldId="270"/>
        </pc:sldMkLst>
        <pc:spChg chg="mod">
          <ac:chgData name="연범 김" userId="2c14ad1178993272" providerId="LiveId" clId="{B84A20E1-8987-412A-99FA-35EB7A6DDEA8}" dt="2026-01-06T05:24:02.596" v="1097" actId="20577"/>
          <ac:spMkLst>
            <pc:docMk/>
            <pc:sldMk cId="3049871729" sldId="270"/>
            <ac:spMk id="2" creationId="{E9E38CC2-FB6F-4B2A-A238-86C5C30E8B0A}"/>
          </ac:spMkLst>
        </pc:spChg>
        <pc:spChg chg="mod">
          <ac:chgData name="연범 김" userId="2c14ad1178993272" providerId="LiveId" clId="{B84A20E1-8987-412A-99FA-35EB7A6DDEA8}" dt="2026-01-06T05:26:01.857" v="1878" actId="20577"/>
          <ac:spMkLst>
            <pc:docMk/>
            <pc:sldMk cId="3049871729" sldId="270"/>
            <ac:spMk id="3" creationId="{28F31313-89F6-4D0F-81FF-71698D84DCB8}"/>
          </ac:spMkLst>
        </pc:spChg>
      </pc:sldChg>
      <pc:sldChg chg="modSp add del mod">
        <pc:chgData name="연범 김" userId="2c14ad1178993272" providerId="LiveId" clId="{B84A20E1-8987-412A-99FA-35EB7A6DDEA8}" dt="2026-01-06T05:26:41.266" v="2023" actId="47"/>
        <pc:sldMkLst>
          <pc:docMk/>
          <pc:sldMk cId="3568839729" sldId="271"/>
        </pc:sldMkLst>
        <pc:spChg chg="mod">
          <ac:chgData name="연범 김" userId="2c14ad1178993272" providerId="LiveId" clId="{B84A20E1-8987-412A-99FA-35EB7A6DDEA8}" dt="2026-01-06T05:26:38.385" v="2021" actId="20577"/>
          <ac:spMkLst>
            <pc:docMk/>
            <pc:sldMk cId="3568839729" sldId="271"/>
            <ac:spMk id="3" creationId="{28F31313-89F6-4D0F-81FF-71698D84DCB8}"/>
          </ac:spMkLst>
        </pc:spChg>
      </pc:sldChg>
    </pc:docChg>
  </pc:docChgLst>
  <pc:docChgLst>
    <pc:chgData name="연범 김" userId="2c14ad1178993272" providerId="LiveId" clId="{9F30212A-7981-4129-897E-537DD95C1AA3}"/>
    <pc:docChg chg="undo custSel addSld delSld modSld sldOrd">
      <pc:chgData name="연범 김" userId="2c14ad1178993272" providerId="LiveId" clId="{9F30212A-7981-4129-897E-537DD95C1AA3}" dt="2025-07-09T09:53:49.683" v="4812" actId="1076"/>
      <pc:docMkLst>
        <pc:docMk/>
      </pc:docMkLst>
      <pc:sldChg chg="addSp delSp modSp mod">
        <pc:chgData name="연범 김" userId="2c14ad1178993272" providerId="LiveId" clId="{9F30212A-7981-4129-897E-537DD95C1AA3}" dt="2025-06-24T04:46:36.890" v="3348" actId="478"/>
        <pc:sldMkLst>
          <pc:docMk/>
          <pc:sldMk cId="2302118337" sldId="256"/>
        </pc:sldMkLst>
        <pc:spChg chg="mod">
          <ac:chgData name="연범 김" userId="2c14ad1178993272" providerId="LiveId" clId="{9F30212A-7981-4129-897E-537DD95C1AA3}" dt="2025-06-24T04:46:24.473" v="3346"/>
          <ac:spMkLst>
            <pc:docMk/>
            <pc:sldMk cId="2302118337" sldId="256"/>
            <ac:spMk id="2" creationId="{B440DCBF-6474-4E17-95EF-2B0D2CE14ECB}"/>
          </ac:spMkLst>
        </pc:spChg>
        <pc:spChg chg="mod">
          <ac:chgData name="연범 김" userId="2c14ad1178993272" providerId="LiveId" clId="{9F30212A-7981-4129-897E-537DD95C1AA3}" dt="2025-06-24T04:46:24.473" v="3346"/>
          <ac:spMkLst>
            <pc:docMk/>
            <pc:sldMk cId="2302118337" sldId="256"/>
            <ac:spMk id="3" creationId="{FDE78CAA-27A6-4F5D-A03F-C4D6A7B51887}"/>
          </ac:spMkLst>
        </pc:spChg>
        <pc:picChg chg="add del mod ord">
          <ac:chgData name="연범 김" userId="2c14ad1178993272" providerId="LiveId" clId="{9F30212A-7981-4129-897E-537DD95C1AA3}" dt="2025-06-24T04:42:08.901" v="3312"/>
          <ac:picMkLst>
            <pc:docMk/>
            <pc:sldMk cId="2302118337" sldId="256"/>
            <ac:picMk id="10" creationId="{44D1B9D7-22B5-4674-9F22-E62C88DDDF26}"/>
          </ac:picMkLst>
        </pc:picChg>
        <pc:picChg chg="add del mod">
          <ac:chgData name="연범 김" userId="2c14ad1178993272" providerId="LiveId" clId="{9F30212A-7981-4129-897E-537DD95C1AA3}" dt="2025-06-24T04:46:36.890" v="3348" actId="478"/>
          <ac:picMkLst>
            <pc:docMk/>
            <pc:sldMk cId="2302118337" sldId="256"/>
            <ac:picMk id="12" creationId="{BB04EA7C-26C7-48EB-B966-E4F6DA212058}"/>
          </ac:picMkLst>
        </pc:picChg>
      </pc:sldChg>
      <pc:sldChg chg="addSp delSp modSp mod">
        <pc:chgData name="연범 김" userId="2c14ad1178993272" providerId="LiveId" clId="{9F30212A-7981-4129-897E-537DD95C1AA3}" dt="2025-07-09T09:48:06.379" v="4708" actId="1076"/>
        <pc:sldMkLst>
          <pc:docMk/>
          <pc:sldMk cId="2571506263" sldId="257"/>
        </pc:sldMkLst>
        <pc:spChg chg="mod">
          <ac:chgData name="연범 김" userId="2c14ad1178993272" providerId="LiveId" clId="{9F30212A-7981-4129-897E-537DD95C1AA3}" dt="2025-06-24T04:46:24.473" v="3346"/>
          <ac:spMkLst>
            <pc:docMk/>
            <pc:sldMk cId="2571506263" sldId="257"/>
            <ac:spMk id="2" creationId="{E9E38CC2-FB6F-4B2A-A238-86C5C30E8B0A}"/>
          </ac:spMkLst>
        </pc:spChg>
        <pc:spChg chg="mod">
          <ac:chgData name="연범 김" userId="2c14ad1178993272" providerId="LiveId" clId="{9F30212A-7981-4129-897E-537DD95C1AA3}" dt="2025-06-24T04:46:24.473" v="3346"/>
          <ac:spMkLst>
            <pc:docMk/>
            <pc:sldMk cId="2571506263" sldId="257"/>
            <ac:spMk id="3" creationId="{94DB7898-B5A8-4559-B036-D7BCA660AC42}"/>
          </ac:spMkLst>
        </pc:spChg>
        <pc:spChg chg="mod">
          <ac:chgData name="연범 김" userId="2c14ad1178993272" providerId="LiveId" clId="{9F30212A-7981-4129-897E-537DD95C1AA3}" dt="2025-07-09T09:46:38.319" v="4650" actId="1076"/>
          <ac:spMkLst>
            <pc:docMk/>
            <pc:sldMk cId="2571506263" sldId="257"/>
            <ac:spMk id="10" creationId="{EEECFACB-BCA5-4F7F-A1DE-F2A2066AF520}"/>
          </ac:spMkLst>
        </pc:spChg>
        <pc:spChg chg="mod">
          <ac:chgData name="연범 김" userId="2c14ad1178993272" providerId="LiveId" clId="{9F30212A-7981-4129-897E-537DD95C1AA3}" dt="2025-07-09T09:48:06.379" v="4708" actId="1076"/>
          <ac:spMkLst>
            <pc:docMk/>
            <pc:sldMk cId="2571506263" sldId="257"/>
            <ac:spMk id="11" creationId="{D90FA369-0C41-4D06-A8E0-596F73C056A2}"/>
          </ac:spMkLst>
        </pc:spChg>
        <pc:spChg chg="mod">
          <ac:chgData name="연범 김" userId="2c14ad1178993272" providerId="LiveId" clId="{9F30212A-7981-4129-897E-537DD95C1AA3}" dt="2025-07-09T09:47:41.768" v="4702" actId="1076"/>
          <ac:spMkLst>
            <pc:docMk/>
            <pc:sldMk cId="2571506263" sldId="257"/>
            <ac:spMk id="12" creationId="{6082375B-E871-436D-ABD2-298F42F72086}"/>
          </ac:spMkLst>
        </pc:spChg>
        <pc:spChg chg="mod">
          <ac:chgData name="연범 김" userId="2c14ad1178993272" providerId="LiveId" clId="{9F30212A-7981-4129-897E-537DD95C1AA3}" dt="2025-07-09T09:46:38.319" v="4650" actId="1076"/>
          <ac:spMkLst>
            <pc:docMk/>
            <pc:sldMk cId="2571506263" sldId="257"/>
            <ac:spMk id="13" creationId="{8E4E1FA8-CD42-42E4-A4A9-8212BE69A91D}"/>
          </ac:spMkLst>
        </pc:spChg>
        <pc:spChg chg="mod">
          <ac:chgData name="연범 김" userId="2c14ad1178993272" providerId="LiveId" clId="{9F30212A-7981-4129-897E-537DD95C1AA3}" dt="2025-07-09T09:48:03.874" v="4707" actId="1076"/>
          <ac:spMkLst>
            <pc:docMk/>
            <pc:sldMk cId="2571506263" sldId="257"/>
            <ac:spMk id="16" creationId="{4944B655-9625-45C9-884B-DDFE9C865AF9}"/>
          </ac:spMkLst>
        </pc:spChg>
        <pc:spChg chg="add mod">
          <ac:chgData name="연범 김" userId="2c14ad1178993272" providerId="LiveId" clId="{9F30212A-7981-4129-897E-537DD95C1AA3}" dt="2025-07-09T09:47:54.669" v="4705" actId="1076"/>
          <ac:spMkLst>
            <pc:docMk/>
            <pc:sldMk cId="2571506263" sldId="257"/>
            <ac:spMk id="17" creationId="{63D8A695-07C0-4607-9EF3-6644F2A3C414}"/>
          </ac:spMkLst>
        </pc:spChg>
        <pc:spChg chg="mod">
          <ac:chgData name="연범 김" userId="2c14ad1178993272" providerId="LiveId" clId="{9F30212A-7981-4129-897E-537DD95C1AA3}" dt="2025-07-09T09:47:38.282" v="4701" actId="1076"/>
          <ac:spMkLst>
            <pc:docMk/>
            <pc:sldMk cId="2571506263" sldId="257"/>
            <ac:spMk id="18" creationId="{32B9CBC1-E205-44C5-9BB3-E17DF14600F2}"/>
          </ac:spMkLst>
        </pc:spChg>
        <pc:spChg chg="add mod">
          <ac:chgData name="연범 김" userId="2c14ad1178993272" providerId="LiveId" clId="{9F30212A-7981-4129-897E-537DD95C1AA3}" dt="2025-07-09T09:47:59.554" v="4706" actId="1076"/>
          <ac:spMkLst>
            <pc:docMk/>
            <pc:sldMk cId="2571506263" sldId="257"/>
            <ac:spMk id="19" creationId="{1628310F-EFCE-44A8-AEDA-0CB80D9B14BF}"/>
          </ac:spMkLst>
        </pc:spChg>
        <pc:picChg chg="add del mod ord">
          <ac:chgData name="연범 김" userId="2c14ad1178993272" providerId="LiveId" clId="{9F30212A-7981-4129-897E-537DD95C1AA3}" dt="2025-06-24T04:42:05.754" v="3303"/>
          <ac:picMkLst>
            <pc:docMk/>
            <pc:sldMk cId="2571506263" sldId="257"/>
            <ac:picMk id="30" creationId="{B3C9EFC5-9D4A-4A2A-8882-65F57BDCA2ED}"/>
          </ac:picMkLst>
        </pc:picChg>
        <pc:cxnChg chg="mod">
          <ac:chgData name="연범 김" userId="2c14ad1178993272" providerId="LiveId" clId="{9F30212A-7981-4129-897E-537DD95C1AA3}" dt="2025-07-09T09:47:59.554" v="4706" actId="1076"/>
          <ac:cxnSpMkLst>
            <pc:docMk/>
            <pc:sldMk cId="2571506263" sldId="257"/>
            <ac:cxnSpMk id="15" creationId="{52D1712E-19ED-4D29-91AB-3B8339B4CA11}"/>
          </ac:cxnSpMkLst>
        </pc:cxnChg>
        <pc:cxnChg chg="add mod">
          <ac:chgData name="연범 김" userId="2c14ad1178993272" providerId="LiveId" clId="{9F30212A-7981-4129-897E-537DD95C1AA3}" dt="2025-07-09T09:48:06.379" v="4708" actId="1076"/>
          <ac:cxnSpMkLst>
            <pc:docMk/>
            <pc:sldMk cId="2571506263" sldId="257"/>
            <ac:cxnSpMk id="20" creationId="{65DDC8DF-F634-49FC-8256-AB1B1E448AAF}"/>
          </ac:cxnSpMkLst>
        </pc:cxnChg>
        <pc:cxnChg chg="mod">
          <ac:chgData name="연범 김" userId="2c14ad1178993272" providerId="LiveId" clId="{9F30212A-7981-4129-897E-537DD95C1AA3}" dt="2025-07-09T09:47:41.768" v="4702" actId="1076"/>
          <ac:cxnSpMkLst>
            <pc:docMk/>
            <pc:sldMk cId="2571506263" sldId="257"/>
            <ac:cxnSpMk id="22" creationId="{7D58ED82-3E20-4777-88BD-8F16536B3DB6}"/>
          </ac:cxnSpMkLst>
        </pc:cxnChg>
      </pc:sldChg>
      <pc:sldChg chg="addSp delSp modSp mod">
        <pc:chgData name="연범 김" userId="2c14ad1178993272" providerId="LiveId" clId="{9F30212A-7981-4129-897E-537DD95C1AA3}" dt="2025-07-09T09:48:16.876" v="4712" actId="20577"/>
        <pc:sldMkLst>
          <pc:docMk/>
          <pc:sldMk cId="3724979934" sldId="259"/>
        </pc:sldMkLst>
        <pc:spChg chg="mod">
          <ac:chgData name="연범 김" userId="2c14ad1178993272" providerId="LiveId" clId="{9F30212A-7981-4129-897E-537DD95C1AA3}" dt="2025-07-09T09:48:16.876" v="4712" actId="20577"/>
          <ac:spMkLst>
            <pc:docMk/>
            <pc:sldMk cId="3724979934" sldId="259"/>
            <ac:spMk id="2" creationId="{E9E38CC2-FB6F-4B2A-A238-86C5C30E8B0A}"/>
          </ac:spMkLst>
        </pc:spChg>
        <pc:spChg chg="mod">
          <ac:chgData name="연범 김" userId="2c14ad1178993272" providerId="LiveId" clId="{9F30212A-7981-4129-897E-537DD95C1AA3}" dt="2025-07-09T09:19:21.466" v="3963" actId="20577"/>
          <ac:spMkLst>
            <pc:docMk/>
            <pc:sldMk cId="3724979934" sldId="259"/>
            <ac:spMk id="3" creationId="{94DB7898-B5A8-4559-B036-D7BCA660AC42}"/>
          </ac:spMkLst>
        </pc:spChg>
        <pc:spChg chg="mod">
          <ac:chgData name="연범 김" userId="2c14ad1178993272" providerId="LiveId" clId="{9F30212A-7981-4129-897E-537DD95C1AA3}" dt="2025-06-25T09:35:29.964" v="3598" actId="1076"/>
          <ac:spMkLst>
            <pc:docMk/>
            <pc:sldMk cId="3724979934" sldId="259"/>
            <ac:spMk id="6" creationId="{823EDD49-6BF6-466F-8C33-2D458939F417}"/>
          </ac:spMkLst>
        </pc:spChg>
        <pc:spChg chg="add mod">
          <ac:chgData name="연범 김" userId="2c14ad1178993272" providerId="LiveId" clId="{9F30212A-7981-4129-897E-537DD95C1AA3}" dt="2025-06-25T09:40:14.353" v="3750" actId="1076"/>
          <ac:spMkLst>
            <pc:docMk/>
            <pc:sldMk cId="3724979934" sldId="259"/>
            <ac:spMk id="9" creationId="{BA8A3DD4-76EB-451F-8BB2-7C130C31169A}"/>
          </ac:spMkLst>
        </pc:spChg>
        <pc:picChg chg="del">
          <ac:chgData name="연범 김" userId="2c14ad1178993272" providerId="LiveId" clId="{9F30212A-7981-4129-897E-537DD95C1AA3}" dt="2025-06-25T09:31:17.025" v="3351" actId="478"/>
          <ac:picMkLst>
            <pc:docMk/>
            <pc:sldMk cId="3724979934" sldId="259"/>
            <ac:picMk id="5" creationId="{89BB72A8-9C1F-4C98-A9EC-065FD9F116D8}"/>
          </ac:picMkLst>
        </pc:picChg>
        <pc:picChg chg="add del mod">
          <ac:chgData name="연범 김" userId="2c14ad1178993272" providerId="LiveId" clId="{9F30212A-7981-4129-897E-537DD95C1AA3}" dt="2025-07-09T09:18:16.525" v="3859" actId="478"/>
          <ac:picMkLst>
            <pc:docMk/>
            <pc:sldMk cId="3724979934" sldId="259"/>
            <ac:picMk id="7" creationId="{D70B00BF-44B9-4A80-87C7-136A0DEC4E3D}"/>
          </ac:picMkLst>
        </pc:picChg>
        <pc:picChg chg="add del mod">
          <ac:chgData name="연범 김" userId="2c14ad1178993272" providerId="LiveId" clId="{9F30212A-7981-4129-897E-537DD95C1AA3}" dt="2025-07-09T09:32:31.209" v="3971" actId="478"/>
          <ac:picMkLst>
            <pc:docMk/>
            <pc:sldMk cId="3724979934" sldId="259"/>
            <ac:picMk id="8" creationId="{44422732-8584-4B8E-A99D-3E3CE371C5C5}"/>
          </ac:picMkLst>
        </pc:picChg>
        <pc:picChg chg="add mod">
          <ac:chgData name="연범 김" userId="2c14ad1178993272" providerId="LiveId" clId="{9F30212A-7981-4129-897E-537DD95C1AA3}" dt="2025-07-09T09:32:36.445" v="3973" actId="1076"/>
          <ac:picMkLst>
            <pc:docMk/>
            <pc:sldMk cId="3724979934" sldId="259"/>
            <ac:picMk id="10" creationId="{5BFD2297-8806-4BF6-AEBA-15A4B16D7B6B}"/>
          </ac:picMkLst>
        </pc:picChg>
        <pc:picChg chg="add del mod ord">
          <ac:chgData name="연범 김" userId="2c14ad1178993272" providerId="LiveId" clId="{9F30212A-7981-4129-897E-537DD95C1AA3}" dt="2025-06-24T04:42:05.425" v="3301"/>
          <ac:picMkLst>
            <pc:docMk/>
            <pc:sldMk cId="3724979934" sldId="259"/>
            <ac:picMk id="23" creationId="{DD65A137-6A65-435E-B7C9-82815401D870}"/>
          </ac:picMkLst>
        </pc:picChg>
        <pc:cxnChg chg="mod">
          <ac:chgData name="연범 김" userId="2c14ad1178993272" providerId="LiveId" clId="{9F30212A-7981-4129-897E-537DD95C1AA3}" dt="2025-07-09T09:32:42.227" v="3976" actId="14100"/>
          <ac:cxnSpMkLst>
            <pc:docMk/>
            <pc:sldMk cId="3724979934" sldId="259"/>
            <ac:cxnSpMk id="17" creationId="{EEFC5235-ED19-4BAC-9D81-3597B70942C9}"/>
          </ac:cxnSpMkLst>
        </pc:cxnChg>
      </pc:sldChg>
      <pc:sldChg chg="addSp delSp modSp add mod">
        <pc:chgData name="연범 김" userId="2c14ad1178993272" providerId="LiveId" clId="{9F30212A-7981-4129-897E-537DD95C1AA3}" dt="2025-06-25T09:44:32.578" v="3793" actId="1076"/>
        <pc:sldMkLst>
          <pc:docMk/>
          <pc:sldMk cId="3766360877" sldId="260"/>
        </pc:sldMkLst>
        <pc:spChg chg="mod">
          <ac:chgData name="연범 김" userId="2c14ad1178993272" providerId="LiveId" clId="{9F30212A-7981-4129-897E-537DD95C1AA3}" dt="2025-06-24T04:46:24.473" v="3346"/>
          <ac:spMkLst>
            <pc:docMk/>
            <pc:sldMk cId="3766360877" sldId="260"/>
            <ac:spMk id="2" creationId="{E9E38CC2-FB6F-4B2A-A238-86C5C30E8B0A}"/>
          </ac:spMkLst>
        </pc:spChg>
        <pc:spChg chg="mod">
          <ac:chgData name="연범 김" userId="2c14ad1178993272" providerId="LiveId" clId="{9F30212A-7981-4129-897E-537DD95C1AA3}" dt="2025-06-25T09:44:25.587" v="3791" actId="14100"/>
          <ac:spMkLst>
            <pc:docMk/>
            <pc:sldMk cId="3766360877" sldId="260"/>
            <ac:spMk id="3" creationId="{94DB7898-B5A8-4559-B036-D7BCA660AC42}"/>
          </ac:spMkLst>
        </pc:spChg>
        <pc:spChg chg="del">
          <ac:chgData name="연범 김" userId="2c14ad1178993272" providerId="LiveId" clId="{9F30212A-7981-4129-897E-537DD95C1AA3}" dt="2025-06-24T04:08:29.383" v="202" actId="478"/>
          <ac:spMkLst>
            <pc:docMk/>
            <pc:sldMk cId="3766360877" sldId="260"/>
            <ac:spMk id="10" creationId="{EEECFACB-BCA5-4F7F-A1DE-F2A2066AF520}"/>
          </ac:spMkLst>
        </pc:spChg>
        <pc:spChg chg="del mod">
          <ac:chgData name="연범 김" userId="2c14ad1178993272" providerId="LiveId" clId="{9F30212A-7981-4129-897E-537DD95C1AA3}" dt="2025-06-24T04:08:26.272" v="196" actId="478"/>
          <ac:spMkLst>
            <pc:docMk/>
            <pc:sldMk cId="3766360877" sldId="260"/>
            <ac:spMk id="11" creationId="{D90FA369-0C41-4D06-A8E0-596F73C056A2}"/>
          </ac:spMkLst>
        </pc:spChg>
        <pc:spChg chg="del">
          <ac:chgData name="연범 김" userId="2c14ad1178993272" providerId="LiveId" clId="{9F30212A-7981-4129-897E-537DD95C1AA3}" dt="2025-06-24T04:08:25.569" v="194" actId="478"/>
          <ac:spMkLst>
            <pc:docMk/>
            <pc:sldMk cId="3766360877" sldId="260"/>
            <ac:spMk id="12" creationId="{6082375B-E871-436D-ABD2-298F42F72086}"/>
          </ac:spMkLst>
        </pc:spChg>
        <pc:spChg chg="del">
          <ac:chgData name="연범 김" userId="2c14ad1178993272" providerId="LiveId" clId="{9F30212A-7981-4129-897E-537DD95C1AA3}" dt="2025-06-24T04:08:29.550" v="203" actId="478"/>
          <ac:spMkLst>
            <pc:docMk/>
            <pc:sldMk cId="3766360877" sldId="260"/>
            <ac:spMk id="13" creationId="{8E4E1FA8-CD42-42E4-A4A9-8212BE69A91D}"/>
          </ac:spMkLst>
        </pc:spChg>
        <pc:spChg chg="del">
          <ac:chgData name="연범 김" userId="2c14ad1178993272" providerId="LiveId" clId="{9F30212A-7981-4129-897E-537DD95C1AA3}" dt="2025-06-24T04:08:26.493" v="197" actId="478"/>
          <ac:spMkLst>
            <pc:docMk/>
            <pc:sldMk cId="3766360877" sldId="260"/>
            <ac:spMk id="16" creationId="{4944B655-9625-45C9-884B-DDFE9C865AF9}"/>
          </ac:spMkLst>
        </pc:spChg>
        <pc:spChg chg="del">
          <ac:chgData name="연범 김" userId="2c14ad1178993272" providerId="LiveId" clId="{9F30212A-7981-4129-897E-537DD95C1AA3}" dt="2025-06-24T04:08:26.998" v="198" actId="478"/>
          <ac:spMkLst>
            <pc:docMk/>
            <pc:sldMk cId="3766360877" sldId="260"/>
            <ac:spMk id="18" creationId="{32B9CBC1-E205-44C5-9BB3-E17DF14600F2}"/>
          </ac:spMkLst>
        </pc:spChg>
        <pc:picChg chg="add mod">
          <ac:chgData name="연범 김" userId="2c14ad1178993272" providerId="LiveId" clId="{9F30212A-7981-4129-897E-537DD95C1AA3}" dt="2025-06-25T09:44:32.578" v="3793" actId="1076"/>
          <ac:picMkLst>
            <pc:docMk/>
            <pc:sldMk cId="3766360877" sldId="260"/>
            <ac:picMk id="5" creationId="{56828E9C-E31D-4915-81DA-6BC5A0F1C667}"/>
          </ac:picMkLst>
        </pc:picChg>
        <pc:cxnChg chg="del mod">
          <ac:chgData name="연범 김" userId="2c14ad1178993272" providerId="LiveId" clId="{9F30212A-7981-4129-897E-537DD95C1AA3}" dt="2025-06-24T04:08:28.136" v="201" actId="478"/>
          <ac:cxnSpMkLst>
            <pc:docMk/>
            <pc:sldMk cId="3766360877" sldId="260"/>
            <ac:cxnSpMk id="15" creationId="{52D1712E-19ED-4D29-91AB-3B8339B4CA11}"/>
          </ac:cxnSpMkLst>
        </pc:cxnChg>
        <pc:cxnChg chg="del mod">
          <ac:chgData name="연범 김" userId="2c14ad1178993272" providerId="LiveId" clId="{9F30212A-7981-4129-897E-537DD95C1AA3}" dt="2025-06-24T04:08:27.514" v="199" actId="478"/>
          <ac:cxnSpMkLst>
            <pc:docMk/>
            <pc:sldMk cId="3766360877" sldId="260"/>
            <ac:cxnSpMk id="22" creationId="{7D58ED82-3E20-4777-88BD-8F16536B3DB6}"/>
          </ac:cxnSpMkLst>
        </pc:cxnChg>
      </pc:sldChg>
      <pc:sldChg chg="addSp delSp modSp add mod">
        <pc:chgData name="연범 김" userId="2c14ad1178993272" providerId="LiveId" clId="{9F30212A-7981-4129-897E-537DD95C1AA3}" dt="2025-06-25T09:47:14.059" v="3843" actId="478"/>
        <pc:sldMkLst>
          <pc:docMk/>
          <pc:sldMk cId="2037927466" sldId="261"/>
        </pc:sldMkLst>
        <pc:spChg chg="mod">
          <ac:chgData name="연범 김" userId="2c14ad1178993272" providerId="LiveId" clId="{9F30212A-7981-4129-897E-537DD95C1AA3}" dt="2025-06-24T04:46:24.473" v="3346"/>
          <ac:spMkLst>
            <pc:docMk/>
            <pc:sldMk cId="2037927466" sldId="261"/>
            <ac:spMk id="2" creationId="{E9E38CC2-FB6F-4B2A-A238-86C5C30E8B0A}"/>
          </ac:spMkLst>
        </pc:spChg>
        <pc:spChg chg="mod">
          <ac:chgData name="연범 김" userId="2c14ad1178993272" providerId="LiveId" clId="{9F30212A-7981-4129-897E-537DD95C1AA3}" dt="2025-06-25T09:44:54.955" v="3840"/>
          <ac:spMkLst>
            <pc:docMk/>
            <pc:sldMk cId="2037927466" sldId="261"/>
            <ac:spMk id="3" creationId="{94DB7898-B5A8-4559-B036-D7BCA660AC42}"/>
          </ac:spMkLst>
        </pc:spChg>
        <pc:picChg chg="add del mod">
          <ac:chgData name="연범 김" userId="2c14ad1178993272" providerId="LiveId" clId="{9F30212A-7981-4129-897E-537DD95C1AA3}" dt="2025-06-25T09:47:14.059" v="3843" actId="478"/>
          <ac:picMkLst>
            <pc:docMk/>
            <pc:sldMk cId="2037927466" sldId="261"/>
            <ac:picMk id="5" creationId="{3D146F4B-D18C-4C27-B9F1-9B4561646083}"/>
          </ac:picMkLst>
        </pc:picChg>
      </pc:sldChg>
      <pc:sldChg chg="addSp delSp modSp add mod">
        <pc:chgData name="연범 김" userId="2c14ad1178993272" providerId="LiveId" clId="{9F30212A-7981-4129-897E-537DD95C1AA3}" dt="2025-06-24T04:46:24.473" v="3346"/>
        <pc:sldMkLst>
          <pc:docMk/>
          <pc:sldMk cId="2832145283" sldId="262"/>
        </pc:sldMkLst>
        <pc:spChg chg="mod">
          <ac:chgData name="연범 김" userId="2c14ad1178993272" providerId="LiveId" clId="{9F30212A-7981-4129-897E-537DD95C1AA3}" dt="2025-06-24T04:46:24.473" v="3346"/>
          <ac:spMkLst>
            <pc:docMk/>
            <pc:sldMk cId="2832145283" sldId="262"/>
            <ac:spMk id="2" creationId="{E9E38CC2-FB6F-4B2A-A238-86C5C30E8B0A}"/>
          </ac:spMkLst>
        </pc:spChg>
        <pc:spChg chg="mod">
          <ac:chgData name="연범 김" userId="2c14ad1178993272" providerId="LiveId" clId="{9F30212A-7981-4129-897E-537DD95C1AA3}" dt="2025-06-24T04:30:47.955" v="2537" actId="20577"/>
          <ac:spMkLst>
            <pc:docMk/>
            <pc:sldMk cId="2832145283" sldId="262"/>
            <ac:spMk id="3" creationId="{94DB7898-B5A8-4559-B036-D7BCA660AC42}"/>
          </ac:spMkLst>
        </pc:spChg>
        <pc:spChg chg="add del">
          <ac:chgData name="연범 김" userId="2c14ad1178993272" providerId="LiveId" clId="{9F30212A-7981-4129-897E-537DD95C1AA3}" dt="2025-06-24T04:14:15.110" v="1290"/>
          <ac:spMkLst>
            <pc:docMk/>
            <pc:sldMk cId="2832145283" sldId="262"/>
            <ac:spMk id="4" creationId="{B982511C-EEA7-4C5C-B031-DC52A972032F}"/>
          </ac:spMkLst>
        </pc:spChg>
        <pc:picChg chg="add mod">
          <ac:chgData name="연범 김" userId="2c14ad1178993272" providerId="LiveId" clId="{9F30212A-7981-4129-897E-537DD95C1AA3}" dt="2025-06-24T04:19:47.090" v="1984" actId="1076"/>
          <ac:picMkLst>
            <pc:docMk/>
            <pc:sldMk cId="2832145283" sldId="262"/>
            <ac:picMk id="6" creationId="{0529793B-E28F-4775-8339-81E90A0B9BD3}"/>
          </ac:picMkLst>
        </pc:picChg>
      </pc:sldChg>
      <pc:sldChg chg="delSp modSp add mod">
        <pc:chgData name="연범 김" userId="2c14ad1178993272" providerId="LiveId" clId="{9F30212A-7981-4129-897E-537DD95C1AA3}" dt="2025-06-24T04:46:24.473" v="3346"/>
        <pc:sldMkLst>
          <pc:docMk/>
          <pc:sldMk cId="3248809084" sldId="263"/>
        </pc:sldMkLst>
        <pc:spChg chg="mod">
          <ac:chgData name="연범 김" userId="2c14ad1178993272" providerId="LiveId" clId="{9F30212A-7981-4129-897E-537DD95C1AA3}" dt="2025-06-24T04:46:24.473" v="3346"/>
          <ac:spMkLst>
            <pc:docMk/>
            <pc:sldMk cId="3248809084" sldId="263"/>
            <ac:spMk id="2" creationId="{E9E38CC2-FB6F-4B2A-A238-86C5C30E8B0A}"/>
          </ac:spMkLst>
        </pc:spChg>
        <pc:spChg chg="mod">
          <ac:chgData name="연범 김" userId="2c14ad1178993272" providerId="LiveId" clId="{9F30212A-7981-4129-897E-537DD95C1AA3}" dt="2025-06-24T04:25:47.778" v="2437" actId="20577"/>
          <ac:spMkLst>
            <pc:docMk/>
            <pc:sldMk cId="3248809084" sldId="263"/>
            <ac:spMk id="3" creationId="{94DB7898-B5A8-4559-B036-D7BCA660AC42}"/>
          </ac:spMkLst>
        </pc:spChg>
        <pc:picChg chg="del">
          <ac:chgData name="연범 김" userId="2c14ad1178993272" providerId="LiveId" clId="{9F30212A-7981-4129-897E-537DD95C1AA3}" dt="2025-06-24T04:20:44.283" v="2066" actId="478"/>
          <ac:picMkLst>
            <pc:docMk/>
            <pc:sldMk cId="3248809084" sldId="263"/>
            <ac:picMk id="6" creationId="{0529793B-E28F-4775-8339-81E90A0B9BD3}"/>
          </ac:picMkLst>
        </pc:picChg>
      </pc:sldChg>
      <pc:sldChg chg="add del">
        <pc:chgData name="연범 김" userId="2c14ad1178993272" providerId="LiveId" clId="{9F30212A-7981-4129-897E-537DD95C1AA3}" dt="2025-06-24T04:13:44.804" v="1231"/>
        <pc:sldMkLst>
          <pc:docMk/>
          <pc:sldMk cId="4235342098" sldId="263"/>
        </pc:sldMkLst>
      </pc:sldChg>
      <pc:sldChg chg="addSp delSp modSp add mod">
        <pc:chgData name="연범 김" userId="2c14ad1178993272" providerId="LiveId" clId="{9F30212A-7981-4129-897E-537DD95C1AA3}" dt="2025-07-09T09:53:49.683" v="4812" actId="1076"/>
        <pc:sldMkLst>
          <pc:docMk/>
          <pc:sldMk cId="2064487155" sldId="264"/>
        </pc:sldMkLst>
        <pc:spChg chg="mod">
          <ac:chgData name="연범 김" userId="2c14ad1178993272" providerId="LiveId" clId="{9F30212A-7981-4129-897E-537DD95C1AA3}" dt="2025-06-24T04:46:24.473" v="3346"/>
          <ac:spMkLst>
            <pc:docMk/>
            <pc:sldMk cId="2064487155" sldId="264"/>
            <ac:spMk id="2" creationId="{E9E38CC2-FB6F-4B2A-A238-86C5C30E8B0A}"/>
          </ac:spMkLst>
        </pc:spChg>
        <pc:spChg chg="del mod">
          <ac:chgData name="연범 김" userId="2c14ad1178993272" providerId="LiveId" clId="{9F30212A-7981-4129-897E-537DD95C1AA3}" dt="2025-06-24T04:31:41.151" v="2538" actId="478"/>
          <ac:spMkLst>
            <pc:docMk/>
            <pc:sldMk cId="2064487155" sldId="264"/>
            <ac:spMk id="3" creationId="{94DB7898-B5A8-4559-B036-D7BCA660AC42}"/>
          </ac:spMkLst>
        </pc:spChg>
        <pc:picChg chg="add mod">
          <ac:chgData name="연범 김" userId="2c14ad1178993272" providerId="LiveId" clId="{9F30212A-7981-4129-897E-537DD95C1AA3}" dt="2025-07-09T09:53:49.683" v="4812" actId="1076"/>
          <ac:picMkLst>
            <pc:docMk/>
            <pc:sldMk cId="2064487155" sldId="264"/>
            <ac:picMk id="4" creationId="{768D2ACE-FFBB-4CB6-A7FB-455BF76D1A64}"/>
          </ac:picMkLst>
        </pc:picChg>
        <pc:picChg chg="add mod">
          <ac:chgData name="연범 김" userId="2c14ad1178993272" providerId="LiveId" clId="{9F30212A-7981-4129-897E-537DD95C1AA3}" dt="2025-06-24T04:31:48.816" v="2540" actId="1076"/>
          <ac:picMkLst>
            <pc:docMk/>
            <pc:sldMk cId="2064487155" sldId="264"/>
            <ac:picMk id="5" creationId="{B6712F34-30E2-4C84-B3A7-DCFCC734CC46}"/>
          </ac:picMkLst>
        </pc:picChg>
        <pc:picChg chg="add del">
          <ac:chgData name="연범 김" userId="2c14ad1178993272" providerId="LiveId" clId="{9F30212A-7981-4129-897E-537DD95C1AA3}" dt="2025-06-24T04:31:55.083" v="2542" actId="22"/>
          <ac:picMkLst>
            <pc:docMk/>
            <pc:sldMk cId="2064487155" sldId="264"/>
            <ac:picMk id="7" creationId="{81132A90-5200-43A5-929C-68414DF635E4}"/>
          </ac:picMkLst>
        </pc:picChg>
      </pc:sldChg>
      <pc:sldChg chg="delSp modSp add mod">
        <pc:chgData name="연범 김" userId="2c14ad1178993272" providerId="LiveId" clId="{9F30212A-7981-4129-897E-537DD95C1AA3}" dt="2025-06-24T04:46:24.473" v="3346"/>
        <pc:sldMkLst>
          <pc:docMk/>
          <pc:sldMk cId="3388418856" sldId="265"/>
        </pc:sldMkLst>
        <pc:spChg chg="mod">
          <ac:chgData name="연범 김" userId="2c14ad1178993272" providerId="LiveId" clId="{9F30212A-7981-4129-897E-537DD95C1AA3}" dt="2025-06-24T04:46:24.473" v="3346"/>
          <ac:spMkLst>
            <pc:docMk/>
            <pc:sldMk cId="3388418856" sldId="265"/>
            <ac:spMk id="2" creationId="{E9E38CC2-FB6F-4B2A-A238-86C5C30E8B0A}"/>
          </ac:spMkLst>
        </pc:spChg>
        <pc:picChg chg="del mod">
          <ac:chgData name="연범 김" userId="2c14ad1178993272" providerId="LiveId" clId="{9F30212A-7981-4129-897E-537DD95C1AA3}" dt="2025-06-24T04:31:57.649" v="2545" actId="478"/>
          <ac:picMkLst>
            <pc:docMk/>
            <pc:sldMk cId="3388418856" sldId="265"/>
            <ac:picMk id="5" creationId="{B6712F34-30E2-4C84-B3A7-DCFCC734CC46}"/>
          </ac:picMkLst>
        </pc:picChg>
      </pc:sldChg>
      <pc:sldChg chg="addSp delSp modSp add mod ord">
        <pc:chgData name="연범 김" userId="2c14ad1178993272" providerId="LiveId" clId="{9F30212A-7981-4129-897E-537DD95C1AA3}" dt="2025-06-25T09:47:29.389" v="3849"/>
        <pc:sldMkLst>
          <pc:docMk/>
          <pc:sldMk cId="1174762295" sldId="266"/>
        </pc:sldMkLst>
        <pc:spChg chg="mod">
          <ac:chgData name="연범 김" userId="2c14ad1178993272" providerId="LiveId" clId="{9F30212A-7981-4129-897E-537DD95C1AA3}" dt="2025-06-24T04:46:24.473" v="3346"/>
          <ac:spMkLst>
            <pc:docMk/>
            <pc:sldMk cId="1174762295" sldId="266"/>
            <ac:spMk id="2" creationId="{E9E38CC2-FB6F-4B2A-A238-86C5C30E8B0A}"/>
          </ac:spMkLst>
        </pc:spChg>
        <pc:spChg chg="mod">
          <ac:chgData name="연범 김" userId="2c14ad1178993272" providerId="LiveId" clId="{9F30212A-7981-4129-897E-537DD95C1AA3}" dt="2025-06-24T04:46:24.473" v="3346"/>
          <ac:spMkLst>
            <pc:docMk/>
            <pc:sldMk cId="1174762295" sldId="266"/>
            <ac:spMk id="3" creationId="{94DB7898-B5A8-4559-B036-D7BCA660AC42}"/>
          </ac:spMkLst>
        </pc:spChg>
        <pc:spChg chg="add mod">
          <ac:chgData name="연범 김" userId="2c14ad1178993272" providerId="LiveId" clId="{9F30212A-7981-4129-897E-537DD95C1AA3}" dt="2025-06-24T04:36:19.055" v="2910" actId="1076"/>
          <ac:spMkLst>
            <pc:docMk/>
            <pc:sldMk cId="1174762295" sldId="266"/>
            <ac:spMk id="13" creationId="{387FC10C-8526-4039-8D5F-A42DE7D03FBC}"/>
          </ac:spMkLst>
        </pc:spChg>
        <pc:spChg chg="add mod">
          <ac:chgData name="연범 김" userId="2c14ad1178993272" providerId="LiveId" clId="{9F30212A-7981-4129-897E-537DD95C1AA3}" dt="2025-06-24T04:36:28.576" v="2913" actId="1076"/>
          <ac:spMkLst>
            <pc:docMk/>
            <pc:sldMk cId="1174762295" sldId="266"/>
            <ac:spMk id="14" creationId="{97AE3CE6-E699-463C-A987-3B1183C44BFE}"/>
          </ac:spMkLst>
        </pc:spChg>
        <pc:picChg chg="add mod">
          <ac:chgData name="연범 김" userId="2c14ad1178993272" providerId="LiveId" clId="{9F30212A-7981-4129-897E-537DD95C1AA3}" dt="2025-06-25T09:47:19.234" v="3847" actId="1076"/>
          <ac:picMkLst>
            <pc:docMk/>
            <pc:sldMk cId="1174762295" sldId="266"/>
            <ac:picMk id="5" creationId="{B34BA924-FD55-439D-A223-712552356CD4}"/>
          </ac:picMkLst>
        </pc:picChg>
        <pc:picChg chg="add del mod">
          <ac:chgData name="연범 김" userId="2c14ad1178993272" providerId="LiveId" clId="{9F30212A-7981-4129-897E-537DD95C1AA3}" dt="2025-06-24T04:34:02.692" v="2778" actId="22"/>
          <ac:picMkLst>
            <pc:docMk/>
            <pc:sldMk cId="1174762295" sldId="266"/>
            <ac:picMk id="5" creationId="{C4DFE637-C722-4666-82BF-E754129B7CFF}"/>
          </ac:picMkLst>
        </pc:picChg>
        <pc:picChg chg="add mod">
          <ac:chgData name="연범 김" userId="2c14ad1178993272" providerId="LiveId" clId="{9F30212A-7981-4129-897E-537DD95C1AA3}" dt="2025-06-24T04:36:19.055" v="2910" actId="1076"/>
          <ac:picMkLst>
            <pc:docMk/>
            <pc:sldMk cId="1174762295" sldId="266"/>
            <ac:picMk id="7" creationId="{32A16DD0-227E-4007-BB53-25B2CE7D455F}"/>
          </ac:picMkLst>
        </pc:picChg>
        <pc:picChg chg="add mod">
          <ac:chgData name="연범 김" userId="2c14ad1178993272" providerId="LiveId" clId="{9F30212A-7981-4129-897E-537DD95C1AA3}" dt="2025-06-24T04:36:28.576" v="2913" actId="1076"/>
          <ac:picMkLst>
            <pc:docMk/>
            <pc:sldMk cId="1174762295" sldId="266"/>
            <ac:picMk id="9" creationId="{06A5829F-4A76-4C67-AA72-39C806922E53}"/>
          </ac:picMkLst>
        </pc:picChg>
        <pc:cxnChg chg="add del mod">
          <ac:chgData name="연범 김" userId="2c14ad1178993272" providerId="LiveId" clId="{9F30212A-7981-4129-897E-537DD95C1AA3}" dt="2025-06-24T04:36:03.646" v="2905" actId="478"/>
          <ac:cxnSpMkLst>
            <pc:docMk/>
            <pc:sldMk cId="1174762295" sldId="266"/>
            <ac:cxnSpMk id="10" creationId="{630B9C93-2E34-4334-9BAE-FB9C106D68EB}"/>
          </ac:cxnSpMkLst>
        </pc:cxnChg>
      </pc:sldChg>
      <pc:sldChg chg="addSp delSp modSp add mod">
        <pc:chgData name="연범 김" userId="2c14ad1178993272" providerId="LiveId" clId="{9F30212A-7981-4129-897E-537DD95C1AA3}" dt="2025-07-09T09:48:15.304" v="4710" actId="20577"/>
        <pc:sldMkLst>
          <pc:docMk/>
          <pc:sldMk cId="3053835272" sldId="267"/>
        </pc:sldMkLst>
        <pc:spChg chg="mod">
          <ac:chgData name="연범 김" userId="2c14ad1178993272" providerId="LiveId" clId="{9F30212A-7981-4129-897E-537DD95C1AA3}" dt="2025-07-09T09:48:15.304" v="4710" actId="20577"/>
          <ac:spMkLst>
            <pc:docMk/>
            <pc:sldMk cId="3053835272" sldId="267"/>
            <ac:spMk id="2" creationId="{E9E38CC2-FB6F-4B2A-A238-86C5C30E8B0A}"/>
          </ac:spMkLst>
        </pc:spChg>
        <pc:spChg chg="mod">
          <ac:chgData name="연범 김" userId="2c14ad1178993272" providerId="LiveId" clId="{9F30212A-7981-4129-897E-537DD95C1AA3}" dt="2025-06-25T09:33:50.150" v="3596"/>
          <ac:spMkLst>
            <pc:docMk/>
            <pc:sldMk cId="3053835272" sldId="267"/>
            <ac:spMk id="3" creationId="{94DB7898-B5A8-4559-B036-D7BCA660AC42}"/>
          </ac:spMkLst>
        </pc:spChg>
        <pc:spChg chg="del mod">
          <ac:chgData name="연범 김" userId="2c14ad1178993272" providerId="LiveId" clId="{9F30212A-7981-4129-897E-537DD95C1AA3}" dt="2025-06-25T09:32:00.744" v="3401" actId="478"/>
          <ac:spMkLst>
            <pc:docMk/>
            <pc:sldMk cId="3053835272" sldId="267"/>
            <ac:spMk id="10" creationId="{EEECFACB-BCA5-4F7F-A1DE-F2A2066AF520}"/>
          </ac:spMkLst>
        </pc:spChg>
        <pc:spChg chg="del">
          <ac:chgData name="연범 김" userId="2c14ad1178993272" providerId="LiveId" clId="{9F30212A-7981-4129-897E-537DD95C1AA3}" dt="2025-06-25T09:31:57.989" v="3396" actId="478"/>
          <ac:spMkLst>
            <pc:docMk/>
            <pc:sldMk cId="3053835272" sldId="267"/>
            <ac:spMk id="11" creationId="{D90FA369-0C41-4D06-A8E0-596F73C056A2}"/>
          </ac:spMkLst>
        </pc:spChg>
        <pc:spChg chg="del">
          <ac:chgData name="연범 김" userId="2c14ad1178993272" providerId="LiveId" clId="{9F30212A-7981-4129-897E-537DD95C1AA3}" dt="2025-06-25T09:31:59.229" v="3398" actId="478"/>
          <ac:spMkLst>
            <pc:docMk/>
            <pc:sldMk cId="3053835272" sldId="267"/>
            <ac:spMk id="12" creationId="{6082375B-E871-436D-ABD2-298F42F72086}"/>
          </ac:spMkLst>
        </pc:spChg>
        <pc:spChg chg="del">
          <ac:chgData name="연범 김" userId="2c14ad1178993272" providerId="LiveId" clId="{9F30212A-7981-4129-897E-537DD95C1AA3}" dt="2025-06-25T09:32:00.997" v="3402" actId="478"/>
          <ac:spMkLst>
            <pc:docMk/>
            <pc:sldMk cId="3053835272" sldId="267"/>
            <ac:spMk id="13" creationId="{8E4E1FA8-CD42-42E4-A4A9-8212BE69A91D}"/>
          </ac:spMkLst>
        </pc:spChg>
        <pc:spChg chg="del">
          <ac:chgData name="연범 김" userId="2c14ad1178993272" providerId="LiveId" clId="{9F30212A-7981-4129-897E-537DD95C1AA3}" dt="2025-06-25T09:31:56.611" v="3395" actId="478"/>
          <ac:spMkLst>
            <pc:docMk/>
            <pc:sldMk cId="3053835272" sldId="267"/>
            <ac:spMk id="16" creationId="{4944B655-9625-45C9-884B-DDFE9C865AF9}"/>
          </ac:spMkLst>
        </pc:spChg>
        <pc:spChg chg="del">
          <ac:chgData name="연범 김" userId="2c14ad1178993272" providerId="LiveId" clId="{9F30212A-7981-4129-897E-537DD95C1AA3}" dt="2025-06-25T09:31:56.194" v="3394" actId="478"/>
          <ac:spMkLst>
            <pc:docMk/>
            <pc:sldMk cId="3053835272" sldId="267"/>
            <ac:spMk id="18" creationId="{32B9CBC1-E205-44C5-9BB3-E17DF14600F2}"/>
          </ac:spMkLst>
        </pc:spChg>
        <pc:picChg chg="add del mod">
          <ac:chgData name="연범 김" userId="2c14ad1178993272" providerId="LiveId" clId="{9F30212A-7981-4129-897E-537DD95C1AA3}" dt="2025-07-09T09:17:22.337" v="3852" actId="478"/>
          <ac:picMkLst>
            <pc:docMk/>
            <pc:sldMk cId="3053835272" sldId="267"/>
            <ac:picMk id="5" creationId="{8AC63252-CE8F-43DE-90F7-5E7C5E995B49}"/>
          </ac:picMkLst>
        </pc:picChg>
        <pc:picChg chg="add del mod">
          <ac:chgData name="연범 김" userId="2c14ad1178993272" providerId="LiveId" clId="{9F30212A-7981-4129-897E-537DD95C1AA3}" dt="2025-07-09T09:32:20.259" v="3967" actId="478"/>
          <ac:picMkLst>
            <pc:docMk/>
            <pc:sldMk cId="3053835272" sldId="267"/>
            <ac:picMk id="6" creationId="{226869EA-16A5-467E-83FE-58BB57C24615}"/>
          </ac:picMkLst>
        </pc:picChg>
        <pc:picChg chg="add del mod">
          <ac:chgData name="연범 김" userId="2c14ad1178993272" providerId="LiveId" clId="{9F30212A-7981-4129-897E-537DD95C1AA3}" dt="2025-07-09T09:17:53.491" v="3856" actId="478"/>
          <ac:picMkLst>
            <pc:docMk/>
            <pc:sldMk cId="3053835272" sldId="267"/>
            <ac:picMk id="7" creationId="{7C621A69-0896-48E4-BCD6-D2AB89176E4C}"/>
          </ac:picMkLst>
        </pc:picChg>
        <pc:picChg chg="add del mod">
          <ac:chgData name="연범 김" userId="2c14ad1178993272" providerId="LiveId" clId="{9F30212A-7981-4129-897E-537DD95C1AA3}" dt="2025-07-09T09:31:13.944" v="3964" actId="478"/>
          <ac:picMkLst>
            <pc:docMk/>
            <pc:sldMk cId="3053835272" sldId="267"/>
            <ac:picMk id="9" creationId="{6D96F777-EF9D-4269-8846-76261A17E85E}"/>
          </ac:picMkLst>
        </pc:picChg>
        <pc:picChg chg="add mod">
          <ac:chgData name="연범 김" userId="2c14ad1178993272" providerId="LiveId" clId="{9F30212A-7981-4129-897E-537DD95C1AA3}" dt="2025-07-09T09:33:04.574" v="3980" actId="1076"/>
          <ac:picMkLst>
            <pc:docMk/>
            <pc:sldMk cId="3053835272" sldId="267"/>
            <ac:picMk id="11" creationId="{89F91885-1876-4989-95C7-F09B5B9F6642}"/>
          </ac:picMkLst>
        </pc:picChg>
        <pc:picChg chg="add mod">
          <ac:chgData name="연범 김" userId="2c14ad1178993272" providerId="LiveId" clId="{9F30212A-7981-4129-897E-537DD95C1AA3}" dt="2025-07-09T09:33:02.306" v="3979" actId="1076"/>
          <ac:picMkLst>
            <pc:docMk/>
            <pc:sldMk cId="3053835272" sldId="267"/>
            <ac:picMk id="13" creationId="{3F0927BE-2B95-421B-942F-260A4203A6FF}"/>
          </ac:picMkLst>
        </pc:picChg>
        <pc:cxnChg chg="del mod">
          <ac:chgData name="연범 김" userId="2c14ad1178993272" providerId="LiveId" clId="{9F30212A-7981-4129-897E-537DD95C1AA3}" dt="2025-06-25T09:31:59.879" v="3399" actId="478"/>
          <ac:cxnSpMkLst>
            <pc:docMk/>
            <pc:sldMk cId="3053835272" sldId="267"/>
            <ac:cxnSpMk id="15" creationId="{52D1712E-19ED-4D29-91AB-3B8339B4CA11}"/>
          </ac:cxnSpMkLst>
        </pc:cxnChg>
        <pc:cxnChg chg="add mod">
          <ac:chgData name="연범 김" userId="2c14ad1178993272" providerId="LiveId" clId="{9F30212A-7981-4129-897E-537DD95C1AA3}" dt="2025-07-09T09:33:01.254" v="3978" actId="1076"/>
          <ac:cxnSpMkLst>
            <pc:docMk/>
            <pc:sldMk cId="3053835272" sldId="267"/>
            <ac:cxnSpMk id="17" creationId="{B3B61C45-26E1-412B-8D6E-3F50FD09157C}"/>
          </ac:cxnSpMkLst>
        </pc:cxnChg>
        <pc:cxnChg chg="del mod">
          <ac:chgData name="연범 김" userId="2c14ad1178993272" providerId="LiveId" clId="{9F30212A-7981-4129-897E-537DD95C1AA3}" dt="2025-06-25T09:31:58.793" v="3397" actId="478"/>
          <ac:cxnSpMkLst>
            <pc:docMk/>
            <pc:sldMk cId="3053835272" sldId="267"/>
            <ac:cxnSpMk id="22" creationId="{7D58ED82-3E20-4777-88BD-8F16536B3DB6}"/>
          </ac:cxnSpMkLst>
        </pc:cxnChg>
      </pc:sldChg>
      <pc:sldChg chg="delSp modSp add mod">
        <pc:chgData name="연범 김" userId="2c14ad1178993272" providerId="LiveId" clId="{9F30212A-7981-4129-897E-537DD95C1AA3}" dt="2025-07-09T09:49:10.492" v="4810" actId="207"/>
        <pc:sldMkLst>
          <pc:docMk/>
          <pc:sldMk cId="3345849100" sldId="268"/>
        </pc:sldMkLst>
        <pc:spChg chg="mod">
          <ac:chgData name="연범 김" userId="2c14ad1178993272" providerId="LiveId" clId="{9F30212A-7981-4129-897E-537DD95C1AA3}" dt="2025-07-09T09:48:25.353" v="4735" actId="20577"/>
          <ac:spMkLst>
            <pc:docMk/>
            <pc:sldMk cId="3345849100" sldId="268"/>
            <ac:spMk id="2" creationId="{E9E38CC2-FB6F-4B2A-A238-86C5C30E8B0A}"/>
          </ac:spMkLst>
        </pc:spChg>
        <pc:spChg chg="mod">
          <ac:chgData name="연범 김" userId="2c14ad1178993272" providerId="LiveId" clId="{9F30212A-7981-4129-897E-537DD95C1AA3}" dt="2025-07-09T09:49:10.492" v="4810" actId="207"/>
          <ac:spMkLst>
            <pc:docMk/>
            <pc:sldMk cId="3345849100" sldId="268"/>
            <ac:spMk id="3" creationId="{94DB7898-B5A8-4559-B036-D7BCA660AC42}"/>
          </ac:spMkLst>
        </pc:spChg>
        <pc:spChg chg="del">
          <ac:chgData name="연범 김" userId="2c14ad1178993272" providerId="LiveId" clId="{9F30212A-7981-4129-897E-537DD95C1AA3}" dt="2025-07-09T09:36:54.957" v="4003" actId="478"/>
          <ac:spMkLst>
            <pc:docMk/>
            <pc:sldMk cId="3345849100" sldId="268"/>
            <ac:spMk id="6" creationId="{823EDD49-6BF6-466F-8C33-2D458939F417}"/>
          </ac:spMkLst>
        </pc:spChg>
        <pc:spChg chg="del">
          <ac:chgData name="연범 김" userId="2c14ad1178993272" providerId="LiveId" clId="{9F30212A-7981-4129-897E-537DD95C1AA3}" dt="2025-07-09T09:36:54.270" v="4002" actId="478"/>
          <ac:spMkLst>
            <pc:docMk/>
            <pc:sldMk cId="3345849100" sldId="268"/>
            <ac:spMk id="9" creationId="{BA8A3DD4-76EB-451F-8BB2-7C130C31169A}"/>
          </ac:spMkLst>
        </pc:spChg>
        <pc:picChg chg="del">
          <ac:chgData name="연범 김" userId="2c14ad1178993272" providerId="LiveId" clId="{9F30212A-7981-4129-897E-537DD95C1AA3}" dt="2025-07-09T09:36:53.166" v="4001" actId="478"/>
          <ac:picMkLst>
            <pc:docMk/>
            <pc:sldMk cId="3345849100" sldId="268"/>
            <ac:picMk id="10" creationId="{5BFD2297-8806-4BF6-AEBA-15A4B16D7B6B}"/>
          </ac:picMkLst>
        </pc:picChg>
        <pc:cxnChg chg="del mod">
          <ac:chgData name="연범 김" userId="2c14ad1178993272" providerId="LiveId" clId="{9F30212A-7981-4129-897E-537DD95C1AA3}" dt="2025-07-09T09:36:55.415" v="4004" actId="478"/>
          <ac:cxnSpMkLst>
            <pc:docMk/>
            <pc:sldMk cId="3345849100" sldId="268"/>
            <ac:cxnSpMk id="17" creationId="{EEFC5235-ED19-4BAC-9D81-3597B70942C9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Baseline(LLaMA-3-8B)</c:v>
                </c:pt>
              </c:strCache>
            </c:strRef>
          </c:tx>
          <c:spPr>
            <a:ln w="2857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BLEU</c:v>
                </c:pt>
                <c:pt idx="1">
                  <c:v>ROUGE-L</c:v>
                </c:pt>
                <c:pt idx="2">
                  <c:v>Domain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0.1171</c:v>
                </c:pt>
                <c:pt idx="1">
                  <c:v>0.34560000000000002</c:v>
                </c:pt>
                <c:pt idx="2">
                  <c:v>0.82609999999999995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F9-47DD-BC50-B20A697898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FourierFT</c:v>
                </c:pt>
              </c:strCache>
            </c:strRef>
          </c:tx>
          <c:spPr>
            <a:ln w="2857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55000"/>
                </a:schemeClr>
              </a:solidFill>
              <a:ln w="9525">
                <a:solidFill>
                  <a:schemeClr val="dk1">
                    <a:tint val="55000"/>
                  </a:schemeClr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BLEU</c:v>
                </c:pt>
                <c:pt idx="1">
                  <c:v>ROUGE-L</c:v>
                </c:pt>
                <c:pt idx="2">
                  <c:v>Domain Accuracy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0.22239999999999999</c:v>
                </c:pt>
                <c:pt idx="1">
                  <c:v>0.40310000000000001</c:v>
                </c:pt>
                <c:pt idx="2">
                  <c:v>0.92959999999999998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F9-47DD-BC50-B20A69789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4311424"/>
        <c:axId val="1484311840"/>
      </c:lineChart>
      <c:catAx>
        <c:axId val="148431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84311840"/>
        <c:crosses val="autoZero"/>
        <c:auto val="1"/>
        <c:lblAlgn val="ctr"/>
        <c:lblOffset val="100"/>
        <c:noMultiLvlLbl val="0"/>
      </c:catAx>
      <c:valAx>
        <c:axId val="1484311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8431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64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763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69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83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668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78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617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78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67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54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761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880A4F0-9EF3-4514-AFA0-91FBAF362303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25F95-9669-4B2F-81BC-BD314C797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15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0DCBF-6474-4E17-95EF-2B0D2CE14E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자율운항 선박을 위한 </a:t>
            </a:r>
            <a:b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대규모 언어 모델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(LLM)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E78CAA-27A6-4F5D-A03F-C4D6A7B518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r"/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r"/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지도교수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김경섭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r"/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김연범</a:t>
            </a:r>
          </a:p>
        </p:txBody>
      </p:sp>
    </p:spTree>
    <p:extLst>
      <p:ext uri="{BB962C8B-B14F-4D97-AF65-F5344CB8AC3E}">
        <p14:creationId xmlns:p14="http://schemas.microsoft.com/office/powerpoint/2010/main" val="2302118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2B9CBC1-E205-44C5-9BB3-E17DF14600F2}"/>
              </a:ext>
            </a:extLst>
          </p:cNvPr>
          <p:cNvSpPr/>
          <p:nvPr/>
        </p:nvSpPr>
        <p:spPr>
          <a:xfrm>
            <a:off x="9505398" y="3503060"/>
            <a:ext cx="1828801" cy="196947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944B655-9625-45C9-884B-DDFE9C865AF9}"/>
              </a:ext>
            </a:extLst>
          </p:cNvPr>
          <p:cNvSpPr/>
          <p:nvPr/>
        </p:nvSpPr>
        <p:spPr>
          <a:xfrm>
            <a:off x="6551630" y="3503058"/>
            <a:ext cx="1828801" cy="196947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E4E1FA8-CD42-42E4-A4A9-8212BE69A91D}"/>
              </a:ext>
            </a:extLst>
          </p:cNvPr>
          <p:cNvSpPr/>
          <p:nvPr/>
        </p:nvSpPr>
        <p:spPr>
          <a:xfrm>
            <a:off x="845129" y="3508128"/>
            <a:ext cx="1828801" cy="196947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B7898-B5A8-4559-B036-D7BCA660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목표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자율운항 선박을 위한 자동 대화형 통신 시스템 개발에 사용될 대규모 언어 모델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(LLM)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구축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ECFACB-BCA5-4F7F-A1DE-F2A2066AF520}"/>
              </a:ext>
            </a:extLst>
          </p:cNvPr>
          <p:cNvSpPr txBox="1"/>
          <p:nvPr/>
        </p:nvSpPr>
        <p:spPr>
          <a:xfrm>
            <a:off x="845127" y="3892697"/>
            <a:ext cx="1828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Instruction tuning</a:t>
            </a:r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형식의</a:t>
            </a:r>
            <a:endParaRPr lang="en-US" altLang="ko-KR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질문</a:t>
            </a:r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</a:t>
            </a:r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응답 </a:t>
            </a:r>
            <a:endParaRPr lang="en-US" altLang="ko-KR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데이터 생성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0FA369-0C41-4D06-A8E0-596F73C056A2}"/>
              </a:ext>
            </a:extLst>
          </p:cNvPr>
          <p:cNvSpPr txBox="1"/>
          <p:nvPr/>
        </p:nvSpPr>
        <p:spPr>
          <a:xfrm>
            <a:off x="6558558" y="4169699"/>
            <a:ext cx="1828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PEFT </a:t>
            </a:r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기법</a:t>
            </a:r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FourierFT </a:t>
            </a:r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적용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82375B-E871-436D-ABD2-298F42F72086}"/>
              </a:ext>
            </a:extLst>
          </p:cNvPr>
          <p:cNvSpPr txBox="1"/>
          <p:nvPr/>
        </p:nvSpPr>
        <p:spPr>
          <a:xfrm>
            <a:off x="9518070" y="4308196"/>
            <a:ext cx="1828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 테스트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2D1712E-19ED-4D29-91AB-3B8339B4CA11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2673928" y="4492862"/>
            <a:ext cx="942946" cy="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D58ED82-3E20-4777-88BD-8F16536B3DB6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8387359" y="4492862"/>
            <a:ext cx="1130711" cy="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D8A695-07C0-4607-9EF3-6644F2A3C414}"/>
              </a:ext>
            </a:extLst>
          </p:cNvPr>
          <p:cNvSpPr/>
          <p:nvPr/>
        </p:nvSpPr>
        <p:spPr>
          <a:xfrm>
            <a:off x="3597863" y="3503059"/>
            <a:ext cx="1828801" cy="196947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28310F-EFCE-44A8-AEDA-0CB80D9B14BF}"/>
              </a:ext>
            </a:extLst>
          </p:cNvPr>
          <p:cNvSpPr txBox="1"/>
          <p:nvPr/>
        </p:nvSpPr>
        <p:spPr>
          <a:xfrm>
            <a:off x="3616874" y="4169699"/>
            <a:ext cx="1828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FLAN-style</a:t>
            </a:r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 데이터 전처리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5DDC8DF-F634-49FC-8256-AB1B1E448AAF}"/>
              </a:ext>
            </a:extLst>
          </p:cNvPr>
          <p:cNvCxnSpPr>
            <a:cxnSpLocks/>
            <a:stCxn id="19" idx="3"/>
            <a:endCxn id="11" idx="1"/>
          </p:cNvCxnSpPr>
          <p:nvPr/>
        </p:nvCxnSpPr>
        <p:spPr>
          <a:xfrm>
            <a:off x="5445675" y="4492865"/>
            <a:ext cx="11128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038889-AA9E-478F-815D-9D8514F4A70B}"/>
              </a:ext>
            </a:extLst>
          </p:cNvPr>
          <p:cNvSpPr txBox="1"/>
          <p:nvPr/>
        </p:nvSpPr>
        <p:spPr>
          <a:xfrm>
            <a:off x="1941748" y="5931307"/>
            <a:ext cx="8322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Reference: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Finetuned Language Models are Zero-Shot Learners (ICLR 2022), Jason Wei et al.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Parameter-Efficient Fine-Tuning with Discrete Fourier Transformer, Ziqi Gao et al.</a:t>
            </a:r>
            <a:endParaRPr lang="ko-KR" altLang="en-US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1506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질문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응답 데이터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B7898-B5A8-4559-B036-D7BCA660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질문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응답 템플릿에 실제 선박 데이터 주입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⮕ Q&amp;A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데이터 생성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69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개의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Q&amp;A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템플릿으로부터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1380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개의 데이터 생성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3B61C45-26E1-412B-8D6E-3F50FD09157C}"/>
              </a:ext>
            </a:extLst>
          </p:cNvPr>
          <p:cNvCxnSpPr>
            <a:cxnSpLocks/>
          </p:cNvCxnSpPr>
          <p:nvPr/>
        </p:nvCxnSpPr>
        <p:spPr>
          <a:xfrm>
            <a:off x="6078799" y="3429000"/>
            <a:ext cx="10352" cy="799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89F91885-1876-4989-95C7-F09B5B9F6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57" y="4300482"/>
            <a:ext cx="11879333" cy="88594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F0927BE-2B95-421B-942F-260A4203A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102" y="2382722"/>
            <a:ext cx="9459645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35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질문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응답 데이터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B7898-B5A8-4559-B036-D7BCA660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＂instruction"</a:t>
            </a:r>
            <a:r>
              <a:rPr lang="en-US" altLang="ko-KR" dirty="0">
                <a:latin typeface="Consolas" panose="020B0609020204030204" pitchFamily="49" charset="0"/>
              </a:rPr>
              <a:t>,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}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꼴로 구성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Instruction Tuning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형식 준수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⮕ zero/few-shot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성능 극대화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EDD49-6BF6-466F-8C33-2D458939F417}"/>
              </a:ext>
            </a:extLst>
          </p:cNvPr>
          <p:cNvSpPr txBox="1"/>
          <p:nvPr/>
        </p:nvSpPr>
        <p:spPr>
          <a:xfrm>
            <a:off x="2919489" y="5117286"/>
            <a:ext cx="63530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jsonl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파일로 저장</a:t>
            </a:r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JSON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형식을 줄 단위로 기록한 파일 형식으로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</a:t>
            </a:r>
          </a:p>
          <a:p>
            <a:pPr algn="ctr"/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기존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LLM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모델을 파인튜닝할 때 활용되는 형식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EFC5235-ED19-4BAC-9D81-3597B70942C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096000" y="4739268"/>
            <a:ext cx="0" cy="3780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5BFD2297-8806-4BF6-AEBA-15A4B16D7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3" y="3719624"/>
            <a:ext cx="11879333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7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FLAN-style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전처리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B7898-B5A8-4559-B036-D7BCA660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JSONL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파일로부터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line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단위로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json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로딩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FLAN-style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 </a:t>
            </a:r>
            <a:r>
              <a:rPr lang="en-US" altLang="ko-KR" dirty="0">
                <a:solidFill>
                  <a:srgbClr val="BF9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prompt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구성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                                              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Instruction: …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\n</a:t>
            </a:r>
            <a:r>
              <a:rPr lang="en-US" altLang="ko-KR" dirty="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Input: …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\n</a:t>
            </a:r>
            <a:r>
              <a:rPr lang="en-US" altLang="ko-KR" dirty="0">
                <a:solidFill>
                  <a:schemeClr val="accent6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Answer: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각 </a:t>
            </a:r>
            <a:r>
              <a:rPr lang="en-US" altLang="ko-KR" dirty="0">
                <a:solidFill>
                  <a:srgbClr val="BF9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prompt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별 </a:t>
            </a:r>
            <a:r>
              <a:rPr lang="en-US" altLang="ko-KR" dirty="0">
                <a:solidFill>
                  <a:srgbClr val="7F7F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output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합쳐서 전체 텍스트 구성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                     </a:t>
            </a:r>
            <a:r>
              <a:rPr lang="en-US" altLang="ko-KR" dirty="0">
                <a:solidFill>
                  <a:schemeClr val="accent4">
                    <a:lumMod val="7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prompt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+ “ ” +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Tokenizing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수행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Prompt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부분의 길이는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label = -100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으로 설정하여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차후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loss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계산 시 무시하도록 설정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(masked)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5849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B7898-B5A8-4559-B036-D7BCA660A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6" y="1828800"/>
            <a:ext cx="7045427" cy="4351337"/>
          </a:xfrm>
        </p:spPr>
        <p:txBody>
          <a:bodyPr/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Meta-Llama-3-8B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 사용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8B(80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억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파라미터로 상대적으로 작지만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GPT-3.5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수준의 성능을 달성함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2023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년 초반까지의 대규모 고품질 데이터셋으로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pretraining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됨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NLU, NLG,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요약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번역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질의응답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코드 생성 등 다양한 작업에서 균형 잡힌 성능 제공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개방형 라이선스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(open-source)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828E9C-E31D-4915-81DA-6BC5A0F1C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6" y="1310491"/>
            <a:ext cx="4315427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Fourier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변환이란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B7898-B5A8-4559-B036-D7BCA660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다양한 신호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함수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단순한 주기적 함수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(=sin, cos)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의 합으로 표현하는 방법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F(w): Fourier coefficient,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주어진 신호를 구성하는 주파수 성분의 강도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진폭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와 위상을 나타냄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일반적으로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 + Bi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꼴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Spectrum: |F(W)|,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계수의 크기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2A16DD0-227E-4007-BB53-25B2CE7D4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522" y="2558562"/>
            <a:ext cx="2534004" cy="609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6A5829F-4A76-4C67-AA72-39C806922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867" y="2520456"/>
            <a:ext cx="2629267" cy="6858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7FC10C-8526-4039-8D5F-A42DE7D03FBC}"/>
              </a:ext>
            </a:extLst>
          </p:cNvPr>
          <p:cNvSpPr txBox="1"/>
          <p:nvPr/>
        </p:nvSpPr>
        <p:spPr>
          <a:xfrm>
            <a:off x="3150577" y="3218181"/>
            <a:ext cx="19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연속 푸리에 변환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E3CE6-E699-463C-A987-3B1183C44BFE}"/>
              </a:ext>
            </a:extLst>
          </p:cNvPr>
          <p:cNvSpPr txBox="1"/>
          <p:nvPr/>
        </p:nvSpPr>
        <p:spPr>
          <a:xfrm>
            <a:off x="6026942" y="3218181"/>
            <a:ext cx="177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역 푸리에 변환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4BA924-FD55-439D-A223-712552356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966" y="4632166"/>
            <a:ext cx="4264615" cy="199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6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PEFT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기법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FourierFT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B7898-B5A8-4559-B036-D7BCA660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PEFT(parameter-efficient fine-tuning):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파라미터 효율적으로 기존 모델을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fine-tuning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하는 방법으로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down-stream task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의 성능을 유지하거나 향상시키면서 학습에 필요한 계산량을 줄이는 것을 목표로 함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FourierFT: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기존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weight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ΔW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더하는 방식으로 모델을 튜닝하되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ΔW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주파수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(Fourier)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도메인에서 학습하고 공간 도메인으로 역변환하여 적용하는 방식</a:t>
            </a:r>
          </a:p>
        </p:txBody>
      </p:sp>
    </p:spTree>
    <p:extLst>
      <p:ext uri="{BB962C8B-B14F-4D97-AF65-F5344CB8AC3E}">
        <p14:creationId xmlns:p14="http://schemas.microsoft.com/office/powerpoint/2010/main" val="2037927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FourierFT - Key Point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B7898-B5A8-4559-B036-D7BCA660A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7570" cy="435133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Base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weight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frozen</a:t>
            </a:r>
          </a:p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각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layer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마다 고정된 주파수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index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집합을 랜덤하게 선택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⮕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해당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index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 대응되는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spectral coefficient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만 학습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sparse spectral representation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IDFT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적용해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ΔW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생성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Forward: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+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ΔW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Backward: spectral coefficient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에만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gradient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전파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29793B-E28F-4775-8339-81E90A0B9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981" y="3332845"/>
            <a:ext cx="4405231" cy="332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45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FourierFT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알고리즘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712F34-30E2-4C84-B3A7-DCFCC734C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1442"/>
            <a:ext cx="4715533" cy="521090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68D2ACE-FFBB-4CB6-A7FB-455BF76D1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35" y="1462338"/>
            <a:ext cx="4039164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87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 테스트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정량 평가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F31313-89F6-4D0F-81FF-71698D84D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75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모델이 생성한 응답의 정확성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표현력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도메인 적합성을 객관적으로 측정하기 위해 다음 세 가지 대표적인 자연어 생성 평가 지표를 활용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BLEU(Bilingual Evaluation Understudy): n-gram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수준에서 생성 문장과 정답 문장의 유사도를 측정하는 지표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정확한 문장 재현 능력을 평가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ROUGE-L(Recall-Oriented Understudy for Gisting Evaluation):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정답 문장과 생성 문장 간의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LCS(Longest Common Subsequence)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기반 유사도를 측정하여 핵심 문장 구조의 보존 정도를 평가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Domain Accuracy: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해상 도메인 특화 정보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선박명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콜사인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ETA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등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생성 응답 내에서 정확하게 포함되었는지 여부를 평가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8418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8CC2-FB6F-4B2A-A238-86C5C30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 테스트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정량 평가</a:t>
            </a: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E0C3643-6B7A-4873-8D65-9BABAA13A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58681"/>
              </p:ext>
            </p:extLst>
          </p:nvPr>
        </p:nvGraphicFramePr>
        <p:xfrm>
          <a:off x="844550" y="1828800"/>
          <a:ext cx="10515597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841315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120824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68651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Baseline(LLaMA-3-8B)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FourierFT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72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BLEU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0.1171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0.2224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887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ROUGE-L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0.3456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0.4031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945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Domain Accuracy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0.8261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0.9296</a:t>
                      </a:r>
                      <a:endParaRPr lang="ko-KR" altLang="en-US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97875"/>
                  </a:ext>
                </a:extLst>
              </a:tr>
            </a:tbl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DC1D156F-C270-4294-A930-F5C4F3293F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6484333"/>
              </p:ext>
            </p:extLst>
          </p:nvPr>
        </p:nvGraphicFramePr>
        <p:xfrm>
          <a:off x="2032000" y="3679902"/>
          <a:ext cx="8128000" cy="2812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7495658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562</Words>
  <Application>Microsoft Office PowerPoint</Application>
  <PresentationFormat>와이드스크린</PresentationFormat>
  <Paragraphs>86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Noto Sans KR Black</vt:lpstr>
      <vt:lpstr>Arial</vt:lpstr>
      <vt:lpstr>Calibri</vt:lpstr>
      <vt:lpstr>Calibri Light</vt:lpstr>
      <vt:lpstr>Consolas</vt:lpstr>
      <vt:lpstr>Wingdings 2</vt:lpstr>
      <vt:lpstr>HDOfficeLightV0</vt:lpstr>
      <vt:lpstr>자율운항 선박을 위한  대규모 언어 모델(LLM) 구축</vt:lpstr>
      <vt:lpstr>프로젝트 개요</vt:lpstr>
      <vt:lpstr>질문-응답 데이터 생성</vt:lpstr>
      <vt:lpstr>질문-응답 데이터 생성</vt:lpstr>
      <vt:lpstr>FLAN-style 전처리</vt:lpstr>
      <vt:lpstr>모델</vt:lpstr>
      <vt:lpstr>Fourier 변환이란?</vt:lpstr>
      <vt:lpstr>PEFT 기법 - FourierFT</vt:lpstr>
      <vt:lpstr>FourierFT - Key Point</vt:lpstr>
      <vt:lpstr>FourierFT 알고리즘</vt:lpstr>
      <vt:lpstr>모델 테스트 – 정량 평가</vt:lpstr>
      <vt:lpstr>모델 테스트 – 정량 평가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자율운항 선박을 위한  대규모 언어 모델(LLM) 구축</dc:title>
  <dc:creator>연범 김</dc:creator>
  <cp:lastModifiedBy>연범 김</cp:lastModifiedBy>
  <cp:revision>13</cp:revision>
  <dcterms:created xsi:type="dcterms:W3CDTF">2025-06-24T03:34:30Z</dcterms:created>
  <dcterms:modified xsi:type="dcterms:W3CDTF">2026-01-06T05:53:22Z</dcterms:modified>
</cp:coreProperties>
</file>